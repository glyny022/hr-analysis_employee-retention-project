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52" r:id="rId1"/>
  </p:sldMasterIdLst>
  <p:notesMasterIdLst>
    <p:notesMasterId r:id="rId22"/>
  </p:notesMasterIdLst>
  <p:sldIdLst>
    <p:sldId id="256" r:id="rId2"/>
    <p:sldId id="279" r:id="rId3"/>
    <p:sldId id="280" r:id="rId4"/>
    <p:sldId id="277" r:id="rId5"/>
    <p:sldId id="257" r:id="rId6"/>
    <p:sldId id="258" r:id="rId7"/>
    <p:sldId id="259" r:id="rId8"/>
    <p:sldId id="260" r:id="rId9"/>
    <p:sldId id="265" r:id="rId10"/>
    <p:sldId id="266" r:id="rId11"/>
    <p:sldId id="267" r:id="rId12"/>
    <p:sldId id="268" r:id="rId13"/>
    <p:sldId id="269" r:id="rId14"/>
    <p:sldId id="270" r:id="rId15"/>
    <p:sldId id="261" r:id="rId16"/>
    <p:sldId id="272" r:id="rId17"/>
    <p:sldId id="273" r:id="rId18"/>
    <p:sldId id="271" r:id="rId19"/>
    <p:sldId id="262" r:id="rId20"/>
    <p:sldId id="27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712CC3-1C11-4C37-8AF9-AE0F2D8D8B70}" v="52" dt="2025-04-11T14:43:45.7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1253" autoAdjust="0"/>
  </p:normalViewPr>
  <p:slideViewPr>
    <p:cSldViewPr snapToGrid="0">
      <p:cViewPr>
        <p:scale>
          <a:sx n="75" d="100"/>
          <a:sy n="75" d="100"/>
        </p:scale>
        <p:origin x="97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lyny George" userId="5d032d244877e8ab" providerId="LiveId" clId="{4B712CC3-1C11-4C37-8AF9-AE0F2D8D8B70}"/>
    <pc:docChg chg="undo custSel addSld delSld modSld sldOrd modMainMaster">
      <pc:chgData name="Glyny George" userId="5d032d244877e8ab" providerId="LiveId" clId="{4B712CC3-1C11-4C37-8AF9-AE0F2D8D8B70}" dt="2025-04-12T01:35:34.023" v="2565" actId="12"/>
      <pc:docMkLst>
        <pc:docMk/>
      </pc:docMkLst>
      <pc:sldChg chg="addSp delSp modSp mod">
        <pc:chgData name="Glyny George" userId="5d032d244877e8ab" providerId="LiveId" clId="{4B712CC3-1C11-4C37-8AF9-AE0F2D8D8B70}" dt="2025-04-11T14:44:37.183" v="2534" actId="255"/>
        <pc:sldMkLst>
          <pc:docMk/>
          <pc:sldMk cId="3058427650" sldId="256"/>
        </pc:sldMkLst>
        <pc:spChg chg="mod">
          <ac:chgData name="Glyny George" userId="5d032d244877e8ab" providerId="LiveId" clId="{4B712CC3-1C11-4C37-8AF9-AE0F2D8D8B70}" dt="2025-04-11T12:50:57.213" v="1182" actId="113"/>
          <ac:spMkLst>
            <pc:docMk/>
            <pc:sldMk cId="3058427650" sldId="256"/>
            <ac:spMk id="2" creationId="{CFADC7E3-ACB2-6D7C-43DC-F4DC747B3BDD}"/>
          </ac:spMkLst>
        </pc:spChg>
        <pc:spChg chg="mod">
          <ac:chgData name="Glyny George" userId="5d032d244877e8ab" providerId="LiveId" clId="{4B712CC3-1C11-4C37-8AF9-AE0F2D8D8B70}" dt="2025-04-11T14:44:37.183" v="2534" actId="255"/>
          <ac:spMkLst>
            <pc:docMk/>
            <pc:sldMk cId="3058427650" sldId="256"/>
            <ac:spMk id="3" creationId="{9D5D20E0-7696-266C-55E6-0F00D5358CAD}"/>
          </ac:spMkLst>
        </pc:spChg>
        <pc:picChg chg="add del mod">
          <ac:chgData name="Glyny George" userId="5d032d244877e8ab" providerId="LiveId" clId="{4B712CC3-1C11-4C37-8AF9-AE0F2D8D8B70}" dt="2025-04-11T12:33:10.473" v="973" actId="478"/>
          <ac:picMkLst>
            <pc:docMk/>
            <pc:sldMk cId="3058427650" sldId="256"/>
            <ac:picMk id="5" creationId="{726AC89A-DECB-E2B8-57B1-B4B3F43062CC}"/>
          </ac:picMkLst>
        </pc:picChg>
      </pc:sldChg>
      <pc:sldChg chg="modSp mod">
        <pc:chgData name="Glyny George" userId="5d032d244877e8ab" providerId="LiveId" clId="{4B712CC3-1C11-4C37-8AF9-AE0F2D8D8B70}" dt="2025-04-12T01:35:34.023" v="2565" actId="12"/>
        <pc:sldMkLst>
          <pc:docMk/>
          <pc:sldMk cId="3565995256" sldId="257"/>
        </pc:sldMkLst>
        <pc:spChg chg="mod">
          <ac:chgData name="Glyny George" userId="5d032d244877e8ab" providerId="LiveId" clId="{4B712CC3-1C11-4C37-8AF9-AE0F2D8D8B70}" dt="2025-04-11T12:49:17.938" v="1152" actId="207"/>
          <ac:spMkLst>
            <pc:docMk/>
            <pc:sldMk cId="3565995256" sldId="257"/>
            <ac:spMk id="2" creationId="{078B9151-245A-C8D5-79B6-A1AA1845306F}"/>
          </ac:spMkLst>
        </pc:spChg>
        <pc:spChg chg="mod">
          <ac:chgData name="Glyny George" userId="5d032d244877e8ab" providerId="LiveId" clId="{4B712CC3-1C11-4C37-8AF9-AE0F2D8D8B70}" dt="2025-04-12T01:35:34.023" v="2565" actId="12"/>
          <ac:spMkLst>
            <pc:docMk/>
            <pc:sldMk cId="3565995256" sldId="257"/>
            <ac:spMk id="3" creationId="{85071AA1-4702-06B1-8DC6-E8C1129A4A67}"/>
          </ac:spMkLst>
        </pc:spChg>
      </pc:sldChg>
      <pc:sldChg chg="modSp mod ord">
        <pc:chgData name="Glyny George" userId="5d032d244877e8ab" providerId="LiveId" clId="{4B712CC3-1C11-4C37-8AF9-AE0F2D8D8B70}" dt="2025-04-11T13:22:46.225" v="1861" actId="1076"/>
        <pc:sldMkLst>
          <pc:docMk/>
          <pc:sldMk cId="934012388" sldId="258"/>
        </pc:sldMkLst>
        <pc:spChg chg="mod">
          <ac:chgData name="Glyny George" userId="5d032d244877e8ab" providerId="LiveId" clId="{4B712CC3-1C11-4C37-8AF9-AE0F2D8D8B70}" dt="2025-04-11T12:48:51.807" v="1147" actId="207"/>
          <ac:spMkLst>
            <pc:docMk/>
            <pc:sldMk cId="934012388" sldId="258"/>
            <ac:spMk id="2" creationId="{3BCA7A3B-BD70-BC98-8EF2-A349B69BA068}"/>
          </ac:spMkLst>
        </pc:spChg>
        <pc:spChg chg="mod">
          <ac:chgData name="Glyny George" userId="5d032d244877e8ab" providerId="LiveId" clId="{4B712CC3-1C11-4C37-8AF9-AE0F2D8D8B70}" dt="2025-04-11T13:22:46.225" v="1861" actId="1076"/>
          <ac:spMkLst>
            <pc:docMk/>
            <pc:sldMk cId="934012388" sldId="258"/>
            <ac:spMk id="6" creationId="{3FBD468B-9862-366E-3E07-B10EF149BD13}"/>
          </ac:spMkLst>
        </pc:spChg>
      </pc:sldChg>
      <pc:sldChg chg="modSp mod ord">
        <pc:chgData name="Glyny George" userId="5d032d244877e8ab" providerId="LiveId" clId="{4B712CC3-1C11-4C37-8AF9-AE0F2D8D8B70}" dt="2025-04-11T14:37:14.649" v="2505"/>
        <pc:sldMkLst>
          <pc:docMk/>
          <pc:sldMk cId="233060770" sldId="259"/>
        </pc:sldMkLst>
        <pc:spChg chg="mod">
          <ac:chgData name="Glyny George" userId="5d032d244877e8ab" providerId="LiveId" clId="{4B712CC3-1C11-4C37-8AF9-AE0F2D8D8B70}" dt="2025-04-11T12:47:40.543" v="1136" actId="207"/>
          <ac:spMkLst>
            <pc:docMk/>
            <pc:sldMk cId="233060770" sldId="259"/>
            <ac:spMk id="2" creationId="{D2B4F686-AC51-E72C-9486-A79C911DFE20}"/>
          </ac:spMkLst>
        </pc:spChg>
        <pc:spChg chg="mod">
          <ac:chgData name="Glyny George" userId="5d032d244877e8ab" providerId="LiveId" clId="{4B712CC3-1C11-4C37-8AF9-AE0F2D8D8B70}" dt="2025-04-11T13:23:02.564" v="1864" actId="14100"/>
          <ac:spMkLst>
            <pc:docMk/>
            <pc:sldMk cId="233060770" sldId="259"/>
            <ac:spMk id="3" creationId="{D794FBBA-D1DB-968C-EAD0-235F5FF539CB}"/>
          </ac:spMkLst>
        </pc:spChg>
      </pc:sldChg>
      <pc:sldChg chg="modSp mod">
        <pc:chgData name="Glyny George" userId="5d032d244877e8ab" providerId="LiveId" clId="{4B712CC3-1C11-4C37-8AF9-AE0F2D8D8B70}" dt="2025-04-11T14:37:48.593" v="2506" actId="207"/>
        <pc:sldMkLst>
          <pc:docMk/>
          <pc:sldMk cId="780468985" sldId="260"/>
        </pc:sldMkLst>
        <pc:spChg chg="mod">
          <ac:chgData name="Glyny George" userId="5d032d244877e8ab" providerId="LiveId" clId="{4B712CC3-1C11-4C37-8AF9-AE0F2D8D8B70}" dt="2025-04-11T12:52:59.866" v="1196" actId="14100"/>
          <ac:spMkLst>
            <pc:docMk/>
            <pc:sldMk cId="780468985" sldId="260"/>
            <ac:spMk id="2" creationId="{A516A6E4-15F3-FCD7-5444-531FA06C8F33}"/>
          </ac:spMkLst>
        </pc:spChg>
        <pc:spChg chg="mod">
          <ac:chgData name="Glyny George" userId="5d032d244877e8ab" providerId="LiveId" clId="{4B712CC3-1C11-4C37-8AF9-AE0F2D8D8B70}" dt="2025-04-11T14:37:48.593" v="2506" actId="207"/>
          <ac:spMkLst>
            <pc:docMk/>
            <pc:sldMk cId="780468985" sldId="260"/>
            <ac:spMk id="3" creationId="{A28B82FE-476F-0446-42A1-2491C63DD021}"/>
          </ac:spMkLst>
        </pc:spChg>
      </pc:sldChg>
      <pc:sldChg chg="modSp mod">
        <pc:chgData name="Glyny George" userId="5d032d244877e8ab" providerId="LiveId" clId="{4B712CC3-1C11-4C37-8AF9-AE0F2D8D8B70}" dt="2025-04-11T12:57:09.853" v="1251" actId="20577"/>
        <pc:sldMkLst>
          <pc:docMk/>
          <pc:sldMk cId="3858991022" sldId="261"/>
        </pc:sldMkLst>
        <pc:spChg chg="mod">
          <ac:chgData name="Glyny George" userId="5d032d244877e8ab" providerId="LiveId" clId="{4B712CC3-1C11-4C37-8AF9-AE0F2D8D8B70}" dt="2025-04-11T12:57:09.853" v="1251" actId="20577"/>
          <ac:spMkLst>
            <pc:docMk/>
            <pc:sldMk cId="3858991022" sldId="261"/>
            <ac:spMk id="2" creationId="{AA97C59D-EB24-187E-AF3C-3919314E62AB}"/>
          </ac:spMkLst>
        </pc:spChg>
        <pc:picChg chg="mod">
          <ac:chgData name="Glyny George" userId="5d032d244877e8ab" providerId="LiveId" clId="{4B712CC3-1C11-4C37-8AF9-AE0F2D8D8B70}" dt="2025-04-11T12:56:40.564" v="1234" actId="14100"/>
          <ac:picMkLst>
            <pc:docMk/>
            <pc:sldMk cId="3858991022" sldId="261"/>
            <ac:picMk id="13" creationId="{3CF53974-2626-0654-CCC6-0EF38F220BD5}"/>
          </ac:picMkLst>
        </pc:picChg>
      </pc:sldChg>
      <pc:sldChg chg="modSp mod">
        <pc:chgData name="Glyny George" userId="5d032d244877e8ab" providerId="LiveId" clId="{4B712CC3-1C11-4C37-8AF9-AE0F2D8D8B70}" dt="2025-04-11T13:01:03.297" v="1338" actId="1076"/>
        <pc:sldMkLst>
          <pc:docMk/>
          <pc:sldMk cId="3498496129" sldId="262"/>
        </pc:sldMkLst>
        <pc:spChg chg="mod">
          <ac:chgData name="Glyny George" userId="5d032d244877e8ab" providerId="LiveId" clId="{4B712CC3-1C11-4C37-8AF9-AE0F2D8D8B70}" dt="2025-04-11T13:00:45.536" v="1336" actId="2711"/>
          <ac:spMkLst>
            <pc:docMk/>
            <pc:sldMk cId="3498496129" sldId="262"/>
            <ac:spMk id="2" creationId="{BB41F76A-2817-EBD1-BD1E-DA7D00AEAC77}"/>
          </ac:spMkLst>
        </pc:spChg>
        <pc:spChg chg="mod">
          <ac:chgData name="Glyny George" userId="5d032d244877e8ab" providerId="LiveId" clId="{4B712CC3-1C11-4C37-8AF9-AE0F2D8D8B70}" dt="2025-04-11T13:01:03.297" v="1338" actId="1076"/>
          <ac:spMkLst>
            <pc:docMk/>
            <pc:sldMk cId="3498496129" sldId="262"/>
            <ac:spMk id="3" creationId="{9E6F12BE-114D-B8FA-2895-80AC2341ECD4}"/>
          </ac:spMkLst>
        </pc:spChg>
      </pc:sldChg>
      <pc:sldChg chg="modSp mod">
        <pc:chgData name="Glyny George" userId="5d032d244877e8ab" providerId="LiveId" clId="{4B712CC3-1C11-4C37-8AF9-AE0F2D8D8B70}" dt="2025-04-11T14:38:04.255" v="2508" actId="14100"/>
        <pc:sldMkLst>
          <pc:docMk/>
          <pc:sldMk cId="3208270616" sldId="265"/>
        </pc:sldMkLst>
        <pc:spChg chg="mod">
          <ac:chgData name="Glyny George" userId="5d032d244877e8ab" providerId="LiveId" clId="{4B712CC3-1C11-4C37-8AF9-AE0F2D8D8B70}" dt="2025-04-11T12:47:26.770" v="1134" actId="207"/>
          <ac:spMkLst>
            <pc:docMk/>
            <pc:sldMk cId="3208270616" sldId="265"/>
            <ac:spMk id="2" creationId="{8B54BA54-5BCC-0943-CA85-613C76CECDB3}"/>
          </ac:spMkLst>
        </pc:spChg>
        <pc:spChg chg="mod">
          <ac:chgData name="Glyny George" userId="5d032d244877e8ab" providerId="LiveId" clId="{4B712CC3-1C11-4C37-8AF9-AE0F2D8D8B70}" dt="2025-04-11T14:34:53.939" v="2489" actId="255"/>
          <ac:spMkLst>
            <pc:docMk/>
            <pc:sldMk cId="3208270616" sldId="265"/>
            <ac:spMk id="3" creationId="{1024DDA1-FD05-E99B-9503-C88CEA634F76}"/>
          </ac:spMkLst>
        </pc:spChg>
        <pc:picChg chg="mod">
          <ac:chgData name="Glyny George" userId="5d032d244877e8ab" providerId="LiveId" clId="{4B712CC3-1C11-4C37-8AF9-AE0F2D8D8B70}" dt="2025-04-11T14:38:04.255" v="2508" actId="14100"/>
          <ac:picMkLst>
            <pc:docMk/>
            <pc:sldMk cId="3208270616" sldId="265"/>
            <ac:picMk id="12" creationId="{DA3333F3-C505-2D1E-64E7-7CAEC972F27F}"/>
          </ac:picMkLst>
        </pc:picChg>
      </pc:sldChg>
      <pc:sldChg chg="modSp mod">
        <pc:chgData name="Glyny George" userId="5d032d244877e8ab" providerId="LiveId" clId="{4B712CC3-1C11-4C37-8AF9-AE0F2D8D8B70}" dt="2025-04-11T14:35:21.314" v="2491" actId="113"/>
        <pc:sldMkLst>
          <pc:docMk/>
          <pc:sldMk cId="1352415507" sldId="266"/>
        </pc:sldMkLst>
        <pc:spChg chg="mod">
          <ac:chgData name="Glyny George" userId="5d032d244877e8ab" providerId="LiveId" clId="{4B712CC3-1C11-4C37-8AF9-AE0F2D8D8B70}" dt="2025-04-11T12:54:03.884" v="1204" actId="255"/>
          <ac:spMkLst>
            <pc:docMk/>
            <pc:sldMk cId="1352415507" sldId="266"/>
            <ac:spMk id="2" creationId="{F28EAE9B-31F1-C52D-40E6-93251B8DCA7C}"/>
          </ac:spMkLst>
        </pc:spChg>
        <pc:spChg chg="mod">
          <ac:chgData name="Glyny George" userId="5d032d244877e8ab" providerId="LiveId" clId="{4B712CC3-1C11-4C37-8AF9-AE0F2D8D8B70}" dt="2025-04-11T14:35:21.314" v="2491" actId="113"/>
          <ac:spMkLst>
            <pc:docMk/>
            <pc:sldMk cId="1352415507" sldId="266"/>
            <ac:spMk id="3" creationId="{AF8B5001-88E6-39B5-60B9-EBDC24B80E92}"/>
          </ac:spMkLst>
        </pc:spChg>
        <pc:picChg chg="mod">
          <ac:chgData name="Glyny George" userId="5d032d244877e8ab" providerId="LiveId" clId="{4B712CC3-1C11-4C37-8AF9-AE0F2D8D8B70}" dt="2025-04-11T12:46:47.340" v="1124" actId="14100"/>
          <ac:picMkLst>
            <pc:docMk/>
            <pc:sldMk cId="1352415507" sldId="266"/>
            <ac:picMk id="14" creationId="{5ED1809A-F4E8-8422-94DC-4957AEA3F713}"/>
          </ac:picMkLst>
        </pc:picChg>
      </pc:sldChg>
      <pc:sldChg chg="modSp mod modNotesTx">
        <pc:chgData name="Glyny George" userId="5d032d244877e8ab" providerId="LiveId" clId="{4B712CC3-1C11-4C37-8AF9-AE0F2D8D8B70}" dt="2025-04-11T14:35:12.873" v="2490" actId="113"/>
        <pc:sldMkLst>
          <pc:docMk/>
          <pc:sldMk cId="1719690609" sldId="267"/>
        </pc:sldMkLst>
        <pc:spChg chg="mod">
          <ac:chgData name="Glyny George" userId="5d032d244877e8ab" providerId="LiveId" clId="{4B712CC3-1C11-4C37-8AF9-AE0F2D8D8B70}" dt="2025-04-11T12:54:33.769" v="1209" actId="2711"/>
          <ac:spMkLst>
            <pc:docMk/>
            <pc:sldMk cId="1719690609" sldId="267"/>
            <ac:spMk id="2" creationId="{0D9F10F5-6599-6323-2D1D-7FE103462565}"/>
          </ac:spMkLst>
        </pc:spChg>
        <pc:spChg chg="mod">
          <ac:chgData name="Glyny George" userId="5d032d244877e8ab" providerId="LiveId" clId="{4B712CC3-1C11-4C37-8AF9-AE0F2D8D8B70}" dt="2025-04-11T14:35:12.873" v="2490" actId="113"/>
          <ac:spMkLst>
            <pc:docMk/>
            <pc:sldMk cId="1719690609" sldId="267"/>
            <ac:spMk id="3" creationId="{41B509E7-C9A3-1C1E-790A-00C577DE51EB}"/>
          </ac:spMkLst>
        </pc:spChg>
        <pc:picChg chg="mod">
          <ac:chgData name="Glyny George" userId="5d032d244877e8ab" providerId="LiveId" clId="{4B712CC3-1C11-4C37-8AF9-AE0F2D8D8B70}" dt="2025-04-11T12:46:29.947" v="1120" actId="1076"/>
          <ac:picMkLst>
            <pc:docMk/>
            <pc:sldMk cId="1719690609" sldId="267"/>
            <ac:picMk id="7" creationId="{5981B1A9-F86A-35AF-DF02-C240A5323A0B}"/>
          </ac:picMkLst>
        </pc:picChg>
      </pc:sldChg>
      <pc:sldChg chg="modSp mod modNotesTx">
        <pc:chgData name="Glyny George" userId="5d032d244877e8ab" providerId="LiveId" clId="{4B712CC3-1C11-4C37-8AF9-AE0F2D8D8B70}" dt="2025-04-11T14:35:37.413" v="2493" actId="113"/>
        <pc:sldMkLst>
          <pc:docMk/>
          <pc:sldMk cId="224603086" sldId="268"/>
        </pc:sldMkLst>
        <pc:spChg chg="mod">
          <ac:chgData name="Glyny George" userId="5d032d244877e8ab" providerId="LiveId" clId="{4B712CC3-1C11-4C37-8AF9-AE0F2D8D8B70}" dt="2025-04-11T12:55:17.324" v="1217" actId="2711"/>
          <ac:spMkLst>
            <pc:docMk/>
            <pc:sldMk cId="224603086" sldId="268"/>
            <ac:spMk id="2" creationId="{A650B62E-C24D-5D2F-180D-BAC869842CB0}"/>
          </ac:spMkLst>
        </pc:spChg>
        <pc:spChg chg="mod">
          <ac:chgData name="Glyny George" userId="5d032d244877e8ab" providerId="LiveId" clId="{4B712CC3-1C11-4C37-8AF9-AE0F2D8D8B70}" dt="2025-04-11T14:35:37.413" v="2493" actId="113"/>
          <ac:spMkLst>
            <pc:docMk/>
            <pc:sldMk cId="224603086" sldId="268"/>
            <ac:spMk id="3" creationId="{3FC01770-B291-0443-E236-768356D96BC3}"/>
          </ac:spMkLst>
        </pc:spChg>
        <pc:picChg chg="mod">
          <ac:chgData name="Glyny George" userId="5d032d244877e8ab" providerId="LiveId" clId="{4B712CC3-1C11-4C37-8AF9-AE0F2D8D8B70}" dt="2025-04-11T12:55:49.384" v="1225" actId="14100"/>
          <ac:picMkLst>
            <pc:docMk/>
            <pc:sldMk cId="224603086" sldId="268"/>
            <ac:picMk id="7" creationId="{97A9A9CC-8DDF-67E2-6C5C-73BEEAAD08D0}"/>
          </ac:picMkLst>
        </pc:picChg>
      </pc:sldChg>
      <pc:sldChg chg="modSp mod modNotesTx">
        <pc:chgData name="Glyny George" userId="5d032d244877e8ab" providerId="LiveId" clId="{4B712CC3-1C11-4C37-8AF9-AE0F2D8D8B70}" dt="2025-04-11T14:35:42.739" v="2494" actId="113"/>
        <pc:sldMkLst>
          <pc:docMk/>
          <pc:sldMk cId="2928138973" sldId="269"/>
        </pc:sldMkLst>
        <pc:spChg chg="mod">
          <ac:chgData name="Glyny George" userId="5d032d244877e8ab" providerId="LiveId" clId="{4B712CC3-1C11-4C37-8AF9-AE0F2D8D8B70}" dt="2025-04-11T12:56:04.774" v="1227" actId="2711"/>
          <ac:spMkLst>
            <pc:docMk/>
            <pc:sldMk cId="2928138973" sldId="269"/>
            <ac:spMk id="2" creationId="{47130DE0-4533-14CC-3691-B6D9B4BFD24D}"/>
          </ac:spMkLst>
        </pc:spChg>
        <pc:spChg chg="mod">
          <ac:chgData name="Glyny George" userId="5d032d244877e8ab" providerId="LiveId" clId="{4B712CC3-1C11-4C37-8AF9-AE0F2D8D8B70}" dt="2025-04-11T14:35:42.739" v="2494" actId="113"/>
          <ac:spMkLst>
            <pc:docMk/>
            <pc:sldMk cId="2928138973" sldId="269"/>
            <ac:spMk id="3" creationId="{E13854DD-3BF6-B0CA-578F-2D6F0391026D}"/>
          </ac:spMkLst>
        </pc:spChg>
        <pc:picChg chg="mod">
          <ac:chgData name="Glyny George" userId="5d032d244877e8ab" providerId="LiveId" clId="{4B712CC3-1C11-4C37-8AF9-AE0F2D8D8B70}" dt="2025-04-11T12:55:58.362" v="1226" actId="14100"/>
          <ac:picMkLst>
            <pc:docMk/>
            <pc:sldMk cId="2928138973" sldId="269"/>
            <ac:picMk id="5" creationId="{0A618A92-71C8-8553-E654-5F6D15AF34C9}"/>
          </ac:picMkLst>
        </pc:picChg>
      </pc:sldChg>
      <pc:sldChg chg="addSp delSp modSp mod modNotesTx">
        <pc:chgData name="Glyny George" userId="5d032d244877e8ab" providerId="LiveId" clId="{4B712CC3-1C11-4C37-8AF9-AE0F2D8D8B70}" dt="2025-04-11T14:40:19.088" v="2519" actId="14100"/>
        <pc:sldMkLst>
          <pc:docMk/>
          <pc:sldMk cId="2147873003" sldId="270"/>
        </pc:sldMkLst>
        <pc:spChg chg="mod">
          <ac:chgData name="Glyny George" userId="5d032d244877e8ab" providerId="LiveId" clId="{4B712CC3-1C11-4C37-8AF9-AE0F2D8D8B70}" dt="2025-04-11T12:45:11.234" v="1108" actId="207"/>
          <ac:spMkLst>
            <pc:docMk/>
            <pc:sldMk cId="2147873003" sldId="270"/>
            <ac:spMk id="2" creationId="{00362A80-6232-148D-2F01-3B3DC1316E85}"/>
          </ac:spMkLst>
        </pc:spChg>
        <pc:spChg chg="mod">
          <ac:chgData name="Glyny George" userId="5d032d244877e8ab" providerId="LiveId" clId="{4B712CC3-1C11-4C37-8AF9-AE0F2D8D8B70}" dt="2025-04-11T14:40:19.088" v="2519" actId="14100"/>
          <ac:spMkLst>
            <pc:docMk/>
            <pc:sldMk cId="2147873003" sldId="270"/>
            <ac:spMk id="3" creationId="{F32B35C2-A90D-F74B-E921-709CBFCF62C8}"/>
          </ac:spMkLst>
        </pc:spChg>
        <pc:spChg chg="add del mod">
          <ac:chgData name="Glyny George" userId="5d032d244877e8ab" providerId="LiveId" clId="{4B712CC3-1C11-4C37-8AF9-AE0F2D8D8B70}" dt="2025-04-11T14:24:59.526" v="2293" actId="21"/>
          <ac:spMkLst>
            <pc:docMk/>
            <pc:sldMk cId="2147873003" sldId="270"/>
            <ac:spMk id="4" creationId="{55306D60-8B21-201A-2530-818A5A167690}"/>
          </ac:spMkLst>
        </pc:spChg>
        <pc:spChg chg="add mod">
          <ac:chgData name="Glyny George" userId="5d032d244877e8ab" providerId="LiveId" clId="{4B712CC3-1C11-4C37-8AF9-AE0F2D8D8B70}" dt="2025-04-11T14:23:35.115" v="2285"/>
          <ac:spMkLst>
            <pc:docMk/>
            <pc:sldMk cId="2147873003" sldId="270"/>
            <ac:spMk id="5" creationId="{06447CA2-392A-D335-3D0A-4849EF4A7C73}"/>
          </ac:spMkLst>
        </pc:spChg>
        <pc:spChg chg="add del mod">
          <ac:chgData name="Glyny George" userId="5d032d244877e8ab" providerId="LiveId" clId="{4B712CC3-1C11-4C37-8AF9-AE0F2D8D8B70}" dt="2025-04-11T14:24:50.828" v="2292" actId="21"/>
          <ac:spMkLst>
            <pc:docMk/>
            <pc:sldMk cId="2147873003" sldId="270"/>
            <ac:spMk id="6" creationId="{5F6B1CD6-6BE4-1B4A-7BE0-38F4704777D4}"/>
          </ac:spMkLst>
        </pc:spChg>
        <pc:spChg chg="add del mod">
          <ac:chgData name="Glyny George" userId="5d032d244877e8ab" providerId="LiveId" clId="{4B712CC3-1C11-4C37-8AF9-AE0F2D8D8B70}" dt="2025-04-11T14:27:11.652" v="2393" actId="21"/>
          <ac:spMkLst>
            <pc:docMk/>
            <pc:sldMk cId="2147873003" sldId="270"/>
            <ac:spMk id="8" creationId="{FF93566B-B6A8-EC71-2E6B-E3D16A42DA33}"/>
          </ac:spMkLst>
        </pc:spChg>
        <pc:spChg chg="add mod">
          <ac:chgData name="Glyny George" userId="5d032d244877e8ab" providerId="LiveId" clId="{4B712CC3-1C11-4C37-8AF9-AE0F2D8D8B70}" dt="2025-04-11T14:24:47.630" v="2291" actId="571"/>
          <ac:spMkLst>
            <pc:docMk/>
            <pc:sldMk cId="2147873003" sldId="270"/>
            <ac:spMk id="9" creationId="{B9FB4205-0CE0-75F3-BB74-F5F81350FE91}"/>
          </ac:spMkLst>
        </pc:spChg>
        <pc:picChg chg="mod">
          <ac:chgData name="Glyny George" userId="5d032d244877e8ab" providerId="LiveId" clId="{4B712CC3-1C11-4C37-8AF9-AE0F2D8D8B70}" dt="2025-04-11T14:27:52.908" v="2399" actId="14100"/>
          <ac:picMkLst>
            <pc:docMk/>
            <pc:sldMk cId="2147873003" sldId="270"/>
            <ac:picMk id="7" creationId="{284C3474-6B51-F248-F85B-DD9BEE058B8C}"/>
          </ac:picMkLst>
        </pc:picChg>
      </pc:sldChg>
      <pc:sldChg chg="modSp mod">
        <pc:chgData name="Glyny George" userId="5d032d244877e8ab" providerId="LiveId" clId="{4B712CC3-1C11-4C37-8AF9-AE0F2D8D8B70}" dt="2025-04-11T14:41:40.240" v="2523" actId="14100"/>
        <pc:sldMkLst>
          <pc:docMk/>
          <pc:sldMk cId="2582124967" sldId="271"/>
        </pc:sldMkLst>
        <pc:spChg chg="mod">
          <ac:chgData name="Glyny George" userId="5d032d244877e8ab" providerId="LiveId" clId="{4B712CC3-1C11-4C37-8AF9-AE0F2D8D8B70}" dt="2025-04-11T13:00:28.886" v="1335" actId="20577"/>
          <ac:spMkLst>
            <pc:docMk/>
            <pc:sldMk cId="2582124967" sldId="271"/>
            <ac:spMk id="2" creationId="{F07D8D60-F614-3D96-BA3F-D6720F022BA8}"/>
          </ac:spMkLst>
        </pc:spChg>
        <pc:spChg chg="mod">
          <ac:chgData name="Glyny George" userId="5d032d244877e8ab" providerId="LiveId" clId="{4B712CC3-1C11-4C37-8AF9-AE0F2D8D8B70}" dt="2025-04-11T14:41:40.240" v="2523" actId="14100"/>
          <ac:spMkLst>
            <pc:docMk/>
            <pc:sldMk cId="2582124967" sldId="271"/>
            <ac:spMk id="3" creationId="{9C4CB9D6-9AA3-1752-3849-B8D5CDF714A8}"/>
          </ac:spMkLst>
        </pc:spChg>
      </pc:sldChg>
      <pc:sldChg chg="addSp modSp mod">
        <pc:chgData name="Glyny George" userId="5d032d244877e8ab" providerId="LiveId" clId="{4B712CC3-1C11-4C37-8AF9-AE0F2D8D8B70}" dt="2025-04-11T12:58:28.781" v="1276" actId="1076"/>
        <pc:sldMkLst>
          <pc:docMk/>
          <pc:sldMk cId="3629671566" sldId="272"/>
        </pc:sldMkLst>
        <pc:spChg chg="add mod">
          <ac:chgData name="Glyny George" userId="5d032d244877e8ab" providerId="LiveId" clId="{4B712CC3-1C11-4C37-8AF9-AE0F2D8D8B70}" dt="2025-04-11T12:58:28.781" v="1276" actId="1076"/>
          <ac:spMkLst>
            <pc:docMk/>
            <pc:sldMk cId="3629671566" sldId="272"/>
            <ac:spMk id="3" creationId="{FE22C2BB-DF83-D9EB-0E0D-B9B36306CFF7}"/>
          </ac:spMkLst>
        </pc:spChg>
        <pc:picChg chg="mod">
          <ac:chgData name="Glyny George" userId="5d032d244877e8ab" providerId="LiveId" clId="{4B712CC3-1C11-4C37-8AF9-AE0F2D8D8B70}" dt="2025-04-11T12:57:30.007" v="1254" actId="14100"/>
          <ac:picMkLst>
            <pc:docMk/>
            <pc:sldMk cId="3629671566" sldId="272"/>
            <ac:picMk id="5" creationId="{73A2E366-FC09-4B0B-3523-A140A4A78B0E}"/>
          </ac:picMkLst>
        </pc:picChg>
        <pc:picChg chg="mod">
          <ac:chgData name="Glyny George" userId="5d032d244877e8ab" providerId="LiveId" clId="{4B712CC3-1C11-4C37-8AF9-AE0F2D8D8B70}" dt="2025-04-11T12:57:33.074" v="1255" actId="14100"/>
          <ac:picMkLst>
            <pc:docMk/>
            <pc:sldMk cId="3629671566" sldId="272"/>
            <ac:picMk id="7" creationId="{4F4427A0-1214-E594-1194-1419744C90A6}"/>
          </ac:picMkLst>
        </pc:picChg>
      </pc:sldChg>
      <pc:sldChg chg="modSp mod">
        <pc:chgData name="Glyny George" userId="5d032d244877e8ab" providerId="LiveId" clId="{4B712CC3-1C11-4C37-8AF9-AE0F2D8D8B70}" dt="2025-04-11T14:41:25.506" v="2522" actId="14100"/>
        <pc:sldMkLst>
          <pc:docMk/>
          <pc:sldMk cId="1459324473" sldId="273"/>
        </pc:sldMkLst>
        <pc:spChg chg="mod">
          <ac:chgData name="Glyny George" userId="5d032d244877e8ab" providerId="LiveId" clId="{4B712CC3-1C11-4C37-8AF9-AE0F2D8D8B70}" dt="2025-04-11T12:59:45.139" v="1302" actId="1076"/>
          <ac:spMkLst>
            <pc:docMk/>
            <pc:sldMk cId="1459324473" sldId="273"/>
            <ac:spMk id="2" creationId="{C1ED8C09-71F5-10DC-D097-E96D775200D9}"/>
          </ac:spMkLst>
        </pc:spChg>
        <pc:picChg chg="mod">
          <ac:chgData name="Glyny George" userId="5d032d244877e8ab" providerId="LiveId" clId="{4B712CC3-1C11-4C37-8AF9-AE0F2D8D8B70}" dt="2025-04-11T14:41:25.506" v="2522" actId="14100"/>
          <ac:picMkLst>
            <pc:docMk/>
            <pc:sldMk cId="1459324473" sldId="273"/>
            <ac:picMk id="5" creationId="{7FAEA87A-7398-5208-8DCA-C27FF39B7047}"/>
          </ac:picMkLst>
        </pc:picChg>
      </pc:sldChg>
      <pc:sldChg chg="modSp del mod">
        <pc:chgData name="Glyny George" userId="5d032d244877e8ab" providerId="LiveId" clId="{4B712CC3-1C11-4C37-8AF9-AE0F2D8D8B70}" dt="2025-04-11T12:44:24.311" v="1104" actId="2696"/>
        <pc:sldMkLst>
          <pc:docMk/>
          <pc:sldMk cId="135205701" sldId="274"/>
        </pc:sldMkLst>
      </pc:sldChg>
      <pc:sldChg chg="modSp del mod">
        <pc:chgData name="Glyny George" userId="5d032d244877e8ab" providerId="LiveId" clId="{4B712CC3-1C11-4C37-8AF9-AE0F2D8D8B70}" dt="2025-04-11T12:44:17.004" v="1103" actId="2696"/>
        <pc:sldMkLst>
          <pc:docMk/>
          <pc:sldMk cId="832824049" sldId="275"/>
        </pc:sldMkLst>
        <pc:spChg chg="mod">
          <ac:chgData name="Glyny George" userId="5d032d244877e8ab" providerId="LiveId" clId="{4B712CC3-1C11-4C37-8AF9-AE0F2D8D8B70}" dt="2025-04-11T12:44:03.895" v="1102" actId="207"/>
          <ac:spMkLst>
            <pc:docMk/>
            <pc:sldMk cId="832824049" sldId="275"/>
            <ac:spMk id="2" creationId="{5F19B8A9-4CC2-6801-655A-15DCC37BFC44}"/>
          </ac:spMkLst>
        </pc:spChg>
      </pc:sldChg>
      <pc:sldChg chg="addSp delSp modSp mod">
        <pc:chgData name="Glyny George" userId="5d032d244877e8ab" providerId="LiveId" clId="{4B712CC3-1C11-4C37-8AF9-AE0F2D8D8B70}" dt="2025-04-11T14:42:00.194" v="2525" actId="14100"/>
        <pc:sldMkLst>
          <pc:docMk/>
          <pc:sldMk cId="2128839151" sldId="276"/>
        </pc:sldMkLst>
        <pc:spChg chg="mod">
          <ac:chgData name="Glyny George" userId="5d032d244877e8ab" providerId="LiveId" clId="{4B712CC3-1C11-4C37-8AF9-AE0F2D8D8B70}" dt="2025-04-11T14:42:00.194" v="2525" actId="14100"/>
          <ac:spMkLst>
            <pc:docMk/>
            <pc:sldMk cId="2128839151" sldId="276"/>
            <ac:spMk id="2" creationId="{BBA65C2A-32BF-0E00-528A-21492938F41E}"/>
          </ac:spMkLst>
        </pc:spChg>
        <pc:picChg chg="add del mod">
          <ac:chgData name="Glyny George" userId="5d032d244877e8ab" providerId="LiveId" clId="{4B712CC3-1C11-4C37-8AF9-AE0F2D8D8B70}" dt="2025-04-11T13:41:33.756" v="2044" actId="478"/>
          <ac:picMkLst>
            <pc:docMk/>
            <pc:sldMk cId="2128839151" sldId="276"/>
            <ac:picMk id="4" creationId="{7152D686-BC3E-AB5D-3844-5DD3A5402D56}"/>
          </ac:picMkLst>
        </pc:picChg>
      </pc:sldChg>
      <pc:sldChg chg="modSp new mod">
        <pc:chgData name="Glyny George" userId="5d032d244877e8ab" providerId="LiveId" clId="{4B712CC3-1C11-4C37-8AF9-AE0F2D8D8B70}" dt="2025-04-11T13:42:16.784" v="2051" actId="27636"/>
        <pc:sldMkLst>
          <pc:docMk/>
          <pc:sldMk cId="2846033999" sldId="277"/>
        </pc:sldMkLst>
        <pc:spChg chg="mod">
          <ac:chgData name="Glyny George" userId="5d032d244877e8ab" providerId="LiveId" clId="{4B712CC3-1C11-4C37-8AF9-AE0F2D8D8B70}" dt="2025-04-11T12:49:39.840" v="1156" actId="20577"/>
          <ac:spMkLst>
            <pc:docMk/>
            <pc:sldMk cId="2846033999" sldId="277"/>
            <ac:spMk id="2" creationId="{D2E90AD1-8F72-FD15-535E-C3DA53C23191}"/>
          </ac:spMkLst>
        </pc:spChg>
        <pc:spChg chg="mod">
          <ac:chgData name="Glyny George" userId="5d032d244877e8ab" providerId="LiveId" clId="{4B712CC3-1C11-4C37-8AF9-AE0F2D8D8B70}" dt="2025-04-11T13:42:16.784" v="2051" actId="27636"/>
          <ac:spMkLst>
            <pc:docMk/>
            <pc:sldMk cId="2846033999" sldId="277"/>
            <ac:spMk id="3" creationId="{49FD2028-1866-7D2B-3F19-0D7C71CE7574}"/>
          </ac:spMkLst>
        </pc:spChg>
      </pc:sldChg>
      <pc:sldChg chg="addSp delSp modSp new del mod">
        <pc:chgData name="Glyny George" userId="5d032d244877e8ab" providerId="LiveId" clId="{4B712CC3-1C11-4C37-8AF9-AE0F2D8D8B70}" dt="2025-04-11T13:22:23.365" v="1859" actId="47"/>
        <pc:sldMkLst>
          <pc:docMk/>
          <pc:sldMk cId="2507975179" sldId="278"/>
        </pc:sldMkLst>
        <pc:spChg chg="mod">
          <ac:chgData name="Glyny George" userId="5d032d244877e8ab" providerId="LiveId" clId="{4B712CC3-1C11-4C37-8AF9-AE0F2D8D8B70}" dt="2025-04-11T13:13:52.939" v="1673" actId="21"/>
          <ac:spMkLst>
            <pc:docMk/>
            <pc:sldMk cId="2507975179" sldId="278"/>
            <ac:spMk id="2" creationId="{CBFBF2EB-4A2D-2B5F-1001-0AAFE4104473}"/>
          </ac:spMkLst>
        </pc:spChg>
        <pc:spChg chg="mod">
          <ac:chgData name="Glyny George" userId="5d032d244877e8ab" providerId="LiveId" clId="{4B712CC3-1C11-4C37-8AF9-AE0F2D8D8B70}" dt="2025-04-11T13:17:54.630" v="1770" actId="27636"/>
          <ac:spMkLst>
            <pc:docMk/>
            <pc:sldMk cId="2507975179" sldId="278"/>
            <ac:spMk id="3" creationId="{7275E728-1CAC-64A7-5E30-16306528BCCF}"/>
          </ac:spMkLst>
        </pc:spChg>
        <pc:spChg chg="add del mod">
          <ac:chgData name="Glyny George" userId="5d032d244877e8ab" providerId="LiveId" clId="{4B712CC3-1C11-4C37-8AF9-AE0F2D8D8B70}" dt="2025-04-11T13:14:11.550" v="1677"/>
          <ac:spMkLst>
            <pc:docMk/>
            <pc:sldMk cId="2507975179" sldId="278"/>
            <ac:spMk id="4" creationId="{E110B934-4E68-3E7F-5F05-F051FB9ABDF3}"/>
          </ac:spMkLst>
        </pc:spChg>
        <pc:spChg chg="add del mod">
          <ac:chgData name="Glyny George" userId="5d032d244877e8ab" providerId="LiveId" clId="{4B712CC3-1C11-4C37-8AF9-AE0F2D8D8B70}" dt="2025-04-11T13:13:43.390" v="1672"/>
          <ac:spMkLst>
            <pc:docMk/>
            <pc:sldMk cId="2507975179" sldId="278"/>
            <ac:spMk id="5" creationId="{D22A2598-C061-1FFB-BD30-888C1C51876C}"/>
          </ac:spMkLst>
        </pc:spChg>
      </pc:sldChg>
      <pc:sldChg chg="delSp modSp new mod modNotesTx">
        <pc:chgData name="Glyny George" userId="5d032d244877e8ab" providerId="LiveId" clId="{4B712CC3-1C11-4C37-8AF9-AE0F2D8D8B70}" dt="2025-04-12T01:31:33.708" v="2555" actId="20577"/>
        <pc:sldMkLst>
          <pc:docMk/>
          <pc:sldMk cId="1398671059" sldId="279"/>
        </pc:sldMkLst>
        <pc:spChg chg="mod">
          <ac:chgData name="Glyny George" userId="5d032d244877e8ab" providerId="LiveId" clId="{4B712CC3-1C11-4C37-8AF9-AE0F2D8D8B70}" dt="2025-04-11T13:22:09.470" v="1858" actId="2711"/>
          <ac:spMkLst>
            <pc:docMk/>
            <pc:sldMk cId="1398671059" sldId="279"/>
            <ac:spMk id="2" creationId="{24C6441A-6799-0DAA-D7E4-A517B64E500C}"/>
          </ac:spMkLst>
        </pc:spChg>
        <pc:spChg chg="mod">
          <ac:chgData name="Glyny George" userId="5d032d244877e8ab" providerId="LiveId" clId="{4B712CC3-1C11-4C37-8AF9-AE0F2D8D8B70}" dt="2025-04-11T13:26:17.355" v="1913" actId="12"/>
          <ac:spMkLst>
            <pc:docMk/>
            <pc:sldMk cId="1398671059" sldId="279"/>
            <ac:spMk id="3" creationId="{2B701DDD-E83D-735A-B35A-29BA4DA9E6D0}"/>
          </ac:spMkLst>
        </pc:spChg>
        <pc:spChg chg="mod">
          <ac:chgData name="Glyny George" userId="5d032d244877e8ab" providerId="LiveId" clId="{4B712CC3-1C11-4C37-8AF9-AE0F2D8D8B70}" dt="2025-04-12T01:31:33.708" v="2555" actId="20577"/>
          <ac:spMkLst>
            <pc:docMk/>
            <pc:sldMk cId="1398671059" sldId="279"/>
            <ac:spMk id="4" creationId="{1220AFC7-7EBE-7980-5F0C-B37850ABAB20}"/>
          </ac:spMkLst>
        </pc:spChg>
        <pc:spChg chg="del">
          <ac:chgData name="Glyny George" userId="5d032d244877e8ab" providerId="LiveId" clId="{4B712CC3-1C11-4C37-8AF9-AE0F2D8D8B70}" dt="2025-04-11T13:20:56.982" v="1848" actId="21"/>
          <ac:spMkLst>
            <pc:docMk/>
            <pc:sldMk cId="1398671059" sldId="279"/>
            <ac:spMk id="5" creationId="{82468F62-4458-B53E-56FA-A4BD3C7A7811}"/>
          </ac:spMkLst>
        </pc:spChg>
        <pc:spChg chg="mod">
          <ac:chgData name="Glyny George" userId="5d032d244877e8ab" providerId="LiveId" clId="{4B712CC3-1C11-4C37-8AF9-AE0F2D8D8B70}" dt="2025-04-11T13:26:32.720" v="1915" actId="1076"/>
          <ac:spMkLst>
            <pc:docMk/>
            <pc:sldMk cId="1398671059" sldId="279"/>
            <ac:spMk id="6" creationId="{735C078A-3782-B36F-A7AB-ACDA5CD056C0}"/>
          </ac:spMkLst>
        </pc:spChg>
      </pc:sldChg>
      <pc:sldChg chg="delSp modSp new mod modNotesTx">
        <pc:chgData name="Glyny George" userId="5d032d244877e8ab" providerId="LiveId" clId="{4B712CC3-1C11-4C37-8AF9-AE0F2D8D8B70}" dt="2025-04-11T14:45:45.931" v="2537" actId="113"/>
        <pc:sldMkLst>
          <pc:docMk/>
          <pc:sldMk cId="3642602630" sldId="280"/>
        </pc:sldMkLst>
        <pc:spChg chg="mod">
          <ac:chgData name="Glyny George" userId="5d032d244877e8ab" providerId="LiveId" clId="{4B712CC3-1C11-4C37-8AF9-AE0F2D8D8B70}" dt="2025-04-11T13:40:11.104" v="2038" actId="207"/>
          <ac:spMkLst>
            <pc:docMk/>
            <pc:sldMk cId="3642602630" sldId="280"/>
            <ac:spMk id="2" creationId="{8FE6C444-222E-0604-8CC1-7156FF67FC87}"/>
          </ac:spMkLst>
        </pc:spChg>
        <pc:spChg chg="mod">
          <ac:chgData name="Glyny George" userId="5d032d244877e8ab" providerId="LiveId" clId="{4B712CC3-1C11-4C37-8AF9-AE0F2D8D8B70}" dt="2025-04-11T13:33:07.646" v="1943" actId="5793"/>
          <ac:spMkLst>
            <pc:docMk/>
            <pc:sldMk cId="3642602630" sldId="280"/>
            <ac:spMk id="3" creationId="{556A5196-0E33-0E0B-65F3-B4AC2F6A30D1}"/>
          </ac:spMkLst>
        </pc:spChg>
        <pc:spChg chg="mod">
          <ac:chgData name="Glyny George" userId="5d032d244877e8ab" providerId="LiveId" clId="{4B712CC3-1C11-4C37-8AF9-AE0F2D8D8B70}" dt="2025-04-11T14:45:45.931" v="2537" actId="113"/>
          <ac:spMkLst>
            <pc:docMk/>
            <pc:sldMk cId="3642602630" sldId="280"/>
            <ac:spMk id="4" creationId="{326E0518-9FD3-3B9E-2CBB-9C8B5D8F3A0A}"/>
          </ac:spMkLst>
        </pc:spChg>
        <pc:spChg chg="del">
          <ac:chgData name="Glyny George" userId="5d032d244877e8ab" providerId="LiveId" clId="{4B712CC3-1C11-4C37-8AF9-AE0F2D8D8B70}" dt="2025-04-11T13:30:34.220" v="1926" actId="478"/>
          <ac:spMkLst>
            <pc:docMk/>
            <pc:sldMk cId="3642602630" sldId="280"/>
            <ac:spMk id="5" creationId="{41510536-2D86-6ECC-326B-0D405B257BCE}"/>
          </ac:spMkLst>
        </pc:spChg>
        <pc:spChg chg="mod">
          <ac:chgData name="Glyny George" userId="5d032d244877e8ab" providerId="LiveId" clId="{4B712CC3-1C11-4C37-8AF9-AE0F2D8D8B70}" dt="2025-04-11T13:40:44.898" v="2043" actId="27636"/>
          <ac:spMkLst>
            <pc:docMk/>
            <pc:sldMk cId="3642602630" sldId="280"/>
            <ac:spMk id="6" creationId="{6BA2B740-F49D-79A4-657A-D50063ED4AF9}"/>
          </ac:spMkLst>
        </pc:spChg>
      </pc:sldChg>
      <pc:sldMasterChg chg="setBg modSldLayout">
        <pc:chgData name="Glyny George" userId="5d032d244877e8ab" providerId="LiveId" clId="{4B712CC3-1C11-4C37-8AF9-AE0F2D8D8B70}" dt="2025-04-11T12:37:57.300" v="1058"/>
        <pc:sldMasterMkLst>
          <pc:docMk/>
          <pc:sldMasterMk cId="117902480" sldId="2147484152"/>
        </pc:sldMasterMkLst>
        <pc:sldLayoutChg chg="delSp">
          <pc:chgData name="Glyny George" userId="5d032d244877e8ab" providerId="LiveId" clId="{4B712CC3-1C11-4C37-8AF9-AE0F2D8D8B70}" dt="2025-04-11T12:32:59.627" v="963"/>
          <pc:sldLayoutMkLst>
            <pc:docMk/>
            <pc:sldMasterMk cId="117902480" sldId="2147484152"/>
            <pc:sldLayoutMk cId="3293099197" sldId="2147484170"/>
          </pc:sldLayoutMkLst>
          <pc:picChg chg="del">
            <ac:chgData name="Glyny George" userId="5d032d244877e8ab" providerId="LiveId" clId="{4B712CC3-1C11-4C37-8AF9-AE0F2D8D8B70}" dt="2025-04-11T12:32:59.627" v="963"/>
            <ac:picMkLst>
              <pc:docMk/>
              <pc:sldMasterMk cId="117902480" sldId="2147484152"/>
              <pc:sldLayoutMk cId="3293099197" sldId="2147484170"/>
              <ac:picMk id="3" creationId="{00000000-0000-0000-0000-000000000000}"/>
            </ac:picMkLst>
          </pc:picChg>
        </pc:sldLayoutChg>
      </pc:sldMasterChg>
    </pc:docChg>
  </pc:docChgLst>
  <pc:docChgLst>
    <pc:chgData name="Glyny George" userId="5d032d244877e8ab" providerId="LiveId" clId="{12A4BA11-C453-48A9-BC6C-71E857EA8835}"/>
    <pc:docChg chg="undo custSel addSld delSld modSld sldOrd">
      <pc:chgData name="Glyny George" userId="5d032d244877e8ab" providerId="LiveId" clId="{12A4BA11-C453-48A9-BC6C-71E857EA8835}" dt="2025-04-10T09:58:24.679" v="910" actId="478"/>
      <pc:docMkLst>
        <pc:docMk/>
      </pc:docMkLst>
      <pc:sldChg chg="modSp mod">
        <pc:chgData name="Glyny George" userId="5d032d244877e8ab" providerId="LiveId" clId="{12A4BA11-C453-48A9-BC6C-71E857EA8835}" dt="2025-04-09T17:30:34.488" v="688" actId="255"/>
        <pc:sldMkLst>
          <pc:docMk/>
          <pc:sldMk cId="3058427650" sldId="256"/>
        </pc:sldMkLst>
        <pc:spChg chg="mod">
          <ac:chgData name="Glyny George" userId="5d032d244877e8ab" providerId="LiveId" clId="{12A4BA11-C453-48A9-BC6C-71E857EA8835}" dt="2025-04-09T11:32:33.810" v="273" actId="14100"/>
          <ac:spMkLst>
            <pc:docMk/>
            <pc:sldMk cId="3058427650" sldId="256"/>
            <ac:spMk id="2" creationId="{CFADC7E3-ACB2-6D7C-43DC-F4DC747B3BDD}"/>
          </ac:spMkLst>
        </pc:spChg>
        <pc:spChg chg="mod">
          <ac:chgData name="Glyny George" userId="5d032d244877e8ab" providerId="LiveId" clId="{12A4BA11-C453-48A9-BC6C-71E857EA8835}" dt="2025-04-09T17:30:34.488" v="688" actId="255"/>
          <ac:spMkLst>
            <pc:docMk/>
            <pc:sldMk cId="3058427650" sldId="256"/>
            <ac:spMk id="3" creationId="{9D5D20E0-7696-266C-55E6-0F00D5358CAD}"/>
          </ac:spMkLst>
        </pc:spChg>
      </pc:sldChg>
      <pc:sldChg chg="modSp mod">
        <pc:chgData name="Glyny George" userId="5d032d244877e8ab" providerId="LiveId" clId="{12A4BA11-C453-48A9-BC6C-71E857EA8835}" dt="2025-04-09T11:32:50.515" v="274" actId="255"/>
        <pc:sldMkLst>
          <pc:docMk/>
          <pc:sldMk cId="3565995256" sldId="257"/>
        </pc:sldMkLst>
        <pc:spChg chg="mod">
          <ac:chgData name="Glyny George" userId="5d032d244877e8ab" providerId="LiveId" clId="{12A4BA11-C453-48A9-BC6C-71E857EA8835}" dt="2025-04-09T11:32:50.515" v="274" actId="255"/>
          <ac:spMkLst>
            <pc:docMk/>
            <pc:sldMk cId="3565995256" sldId="257"/>
            <ac:spMk id="2" creationId="{078B9151-245A-C8D5-79B6-A1AA1845306F}"/>
          </ac:spMkLst>
        </pc:spChg>
        <pc:spChg chg="mod">
          <ac:chgData name="Glyny George" userId="5d032d244877e8ab" providerId="LiveId" clId="{12A4BA11-C453-48A9-BC6C-71E857EA8835}" dt="2025-04-09T11:24:38.643" v="220" actId="2711"/>
          <ac:spMkLst>
            <pc:docMk/>
            <pc:sldMk cId="3565995256" sldId="257"/>
            <ac:spMk id="3" creationId="{85071AA1-4702-06B1-8DC6-E8C1129A4A67}"/>
          </ac:spMkLst>
        </pc:spChg>
      </pc:sldChg>
      <pc:sldChg chg="addSp delSp modSp mod">
        <pc:chgData name="Glyny George" userId="5d032d244877e8ab" providerId="LiveId" clId="{12A4BA11-C453-48A9-BC6C-71E857EA8835}" dt="2025-04-09T11:32:59.083" v="275" actId="255"/>
        <pc:sldMkLst>
          <pc:docMk/>
          <pc:sldMk cId="934012388" sldId="258"/>
        </pc:sldMkLst>
        <pc:spChg chg="mod">
          <ac:chgData name="Glyny George" userId="5d032d244877e8ab" providerId="LiveId" clId="{12A4BA11-C453-48A9-BC6C-71E857EA8835}" dt="2025-04-09T11:32:59.083" v="275" actId="255"/>
          <ac:spMkLst>
            <pc:docMk/>
            <pc:sldMk cId="934012388" sldId="258"/>
            <ac:spMk id="2" creationId="{3BCA7A3B-BD70-BC98-8EF2-A349B69BA068}"/>
          </ac:spMkLst>
        </pc:spChg>
        <pc:spChg chg="add mod">
          <ac:chgData name="Glyny George" userId="5d032d244877e8ab" providerId="LiveId" clId="{12A4BA11-C453-48A9-BC6C-71E857EA8835}" dt="2025-04-09T11:24:29.943" v="219" actId="2711"/>
          <ac:spMkLst>
            <pc:docMk/>
            <pc:sldMk cId="934012388" sldId="258"/>
            <ac:spMk id="6" creationId="{3FBD468B-9862-366E-3E07-B10EF149BD13}"/>
          </ac:spMkLst>
        </pc:spChg>
      </pc:sldChg>
      <pc:sldChg chg="modSp mod">
        <pc:chgData name="Glyny George" userId="5d032d244877e8ab" providerId="LiveId" clId="{12A4BA11-C453-48A9-BC6C-71E857EA8835}" dt="2025-04-09T11:33:09.701" v="276" actId="255"/>
        <pc:sldMkLst>
          <pc:docMk/>
          <pc:sldMk cId="233060770" sldId="259"/>
        </pc:sldMkLst>
        <pc:spChg chg="mod">
          <ac:chgData name="Glyny George" userId="5d032d244877e8ab" providerId="LiveId" clId="{12A4BA11-C453-48A9-BC6C-71E857EA8835}" dt="2025-04-09T11:33:09.701" v="276" actId="255"/>
          <ac:spMkLst>
            <pc:docMk/>
            <pc:sldMk cId="233060770" sldId="259"/>
            <ac:spMk id="2" creationId="{D2B4F686-AC51-E72C-9486-A79C911DFE20}"/>
          </ac:spMkLst>
        </pc:spChg>
        <pc:spChg chg="mod">
          <ac:chgData name="Glyny George" userId="5d032d244877e8ab" providerId="LiveId" clId="{12A4BA11-C453-48A9-BC6C-71E857EA8835}" dt="2025-04-09T11:24:10.472" v="217" actId="2711"/>
          <ac:spMkLst>
            <pc:docMk/>
            <pc:sldMk cId="233060770" sldId="259"/>
            <ac:spMk id="3" creationId="{D794FBBA-D1DB-968C-EAD0-235F5FF539CB}"/>
          </ac:spMkLst>
        </pc:spChg>
      </pc:sldChg>
      <pc:sldChg chg="modSp mod ord">
        <pc:chgData name="Glyny George" userId="5d032d244877e8ab" providerId="LiveId" clId="{12A4BA11-C453-48A9-BC6C-71E857EA8835}" dt="2025-04-10T05:11:40.339" v="749"/>
        <pc:sldMkLst>
          <pc:docMk/>
          <pc:sldMk cId="780468985" sldId="260"/>
        </pc:sldMkLst>
        <pc:spChg chg="mod">
          <ac:chgData name="Glyny George" userId="5d032d244877e8ab" providerId="LiveId" clId="{12A4BA11-C453-48A9-BC6C-71E857EA8835}" dt="2025-04-09T11:33:21.451" v="277" actId="255"/>
          <ac:spMkLst>
            <pc:docMk/>
            <pc:sldMk cId="780468985" sldId="260"/>
            <ac:spMk id="2" creationId="{A516A6E4-15F3-FCD7-5444-531FA06C8F33}"/>
          </ac:spMkLst>
        </pc:spChg>
        <pc:spChg chg="mod">
          <ac:chgData name="Glyny George" userId="5d032d244877e8ab" providerId="LiveId" clId="{12A4BA11-C453-48A9-BC6C-71E857EA8835}" dt="2025-04-09T12:39:31.053" v="617" actId="20577"/>
          <ac:spMkLst>
            <pc:docMk/>
            <pc:sldMk cId="780468985" sldId="260"/>
            <ac:spMk id="3" creationId="{A28B82FE-476F-0446-42A1-2491C63DD021}"/>
          </ac:spMkLst>
        </pc:spChg>
      </pc:sldChg>
      <pc:sldChg chg="addSp delSp modSp mod">
        <pc:chgData name="Glyny George" userId="5d032d244877e8ab" providerId="LiveId" clId="{12A4BA11-C453-48A9-BC6C-71E857EA8835}" dt="2025-04-10T05:58:09.436" v="842" actId="14100"/>
        <pc:sldMkLst>
          <pc:docMk/>
          <pc:sldMk cId="3858991022" sldId="261"/>
        </pc:sldMkLst>
        <pc:spChg chg="mod">
          <ac:chgData name="Glyny George" userId="5d032d244877e8ab" providerId="LiveId" clId="{12A4BA11-C453-48A9-BC6C-71E857EA8835}" dt="2025-04-10T05:58:09.436" v="842" actId="14100"/>
          <ac:spMkLst>
            <pc:docMk/>
            <pc:sldMk cId="3858991022" sldId="261"/>
            <ac:spMk id="2" creationId="{AA97C59D-EB24-187E-AF3C-3919314E62AB}"/>
          </ac:spMkLst>
        </pc:spChg>
        <pc:picChg chg="add mod">
          <ac:chgData name="Glyny George" userId="5d032d244877e8ab" providerId="LiveId" clId="{12A4BA11-C453-48A9-BC6C-71E857EA8835}" dt="2025-04-10T05:57:29.417" v="839" actId="14100"/>
          <ac:picMkLst>
            <pc:docMk/>
            <pc:sldMk cId="3858991022" sldId="261"/>
            <ac:picMk id="13" creationId="{3CF53974-2626-0654-CCC6-0EF38F220BD5}"/>
          </ac:picMkLst>
        </pc:picChg>
      </pc:sldChg>
      <pc:sldChg chg="modSp mod">
        <pc:chgData name="Glyny George" userId="5d032d244877e8ab" providerId="LiveId" clId="{12A4BA11-C453-48A9-BC6C-71E857EA8835}" dt="2025-04-10T06:09:06.609" v="891" actId="14100"/>
        <pc:sldMkLst>
          <pc:docMk/>
          <pc:sldMk cId="3498496129" sldId="262"/>
        </pc:sldMkLst>
        <pc:spChg chg="mod">
          <ac:chgData name="Glyny George" userId="5d032d244877e8ab" providerId="LiveId" clId="{12A4BA11-C453-48A9-BC6C-71E857EA8835}" dt="2025-04-09T11:36:02.859" v="290" actId="255"/>
          <ac:spMkLst>
            <pc:docMk/>
            <pc:sldMk cId="3498496129" sldId="262"/>
            <ac:spMk id="2" creationId="{BB41F76A-2817-EBD1-BD1E-DA7D00AEAC77}"/>
          </ac:spMkLst>
        </pc:spChg>
        <pc:spChg chg="mod">
          <ac:chgData name="Glyny George" userId="5d032d244877e8ab" providerId="LiveId" clId="{12A4BA11-C453-48A9-BC6C-71E857EA8835}" dt="2025-04-10T06:09:06.609" v="891" actId="14100"/>
          <ac:spMkLst>
            <pc:docMk/>
            <pc:sldMk cId="3498496129" sldId="262"/>
            <ac:spMk id="3" creationId="{9E6F12BE-114D-B8FA-2895-80AC2341ECD4}"/>
          </ac:spMkLst>
        </pc:spChg>
      </pc:sldChg>
      <pc:sldChg chg="addSp delSp modSp del">
        <pc:chgData name="Glyny George" userId="5d032d244877e8ab" providerId="LiveId" clId="{12A4BA11-C453-48A9-BC6C-71E857EA8835}" dt="2025-04-09T11:14:00.006" v="131" actId="47"/>
        <pc:sldMkLst>
          <pc:docMk/>
          <pc:sldMk cId="2635039062" sldId="264"/>
        </pc:sldMkLst>
      </pc:sldChg>
      <pc:sldChg chg="addSp delSp modSp mod">
        <pc:chgData name="Glyny George" userId="5d032d244877e8ab" providerId="LiveId" clId="{12A4BA11-C453-48A9-BC6C-71E857EA8835}" dt="2025-04-09T12:45:00.690" v="661" actId="20577"/>
        <pc:sldMkLst>
          <pc:docMk/>
          <pc:sldMk cId="3208270616" sldId="265"/>
        </pc:sldMkLst>
        <pc:spChg chg="mod">
          <ac:chgData name="Glyny George" userId="5d032d244877e8ab" providerId="LiveId" clId="{12A4BA11-C453-48A9-BC6C-71E857EA8835}" dt="2025-04-09T11:33:36.226" v="278" actId="255"/>
          <ac:spMkLst>
            <pc:docMk/>
            <pc:sldMk cId="3208270616" sldId="265"/>
            <ac:spMk id="2" creationId="{8B54BA54-5BCC-0943-CA85-613C76CECDB3}"/>
          </ac:spMkLst>
        </pc:spChg>
        <pc:spChg chg="mod">
          <ac:chgData name="Glyny George" userId="5d032d244877e8ab" providerId="LiveId" clId="{12A4BA11-C453-48A9-BC6C-71E857EA8835}" dt="2025-04-09T12:45:00.690" v="661" actId="20577"/>
          <ac:spMkLst>
            <pc:docMk/>
            <pc:sldMk cId="3208270616" sldId="265"/>
            <ac:spMk id="3" creationId="{1024DDA1-FD05-E99B-9503-C88CEA634F76}"/>
          </ac:spMkLst>
        </pc:spChg>
        <pc:picChg chg="add mod">
          <ac:chgData name="Glyny George" userId="5d032d244877e8ab" providerId="LiveId" clId="{12A4BA11-C453-48A9-BC6C-71E857EA8835}" dt="2025-04-09T12:44:45.992" v="646" actId="1076"/>
          <ac:picMkLst>
            <pc:docMk/>
            <pc:sldMk cId="3208270616" sldId="265"/>
            <ac:picMk id="12" creationId="{DA3333F3-C505-2D1E-64E7-7CAEC972F27F}"/>
          </ac:picMkLst>
        </pc:picChg>
      </pc:sldChg>
      <pc:sldChg chg="addSp delSp modSp mod">
        <pc:chgData name="Glyny George" userId="5d032d244877e8ab" providerId="LiveId" clId="{12A4BA11-C453-48A9-BC6C-71E857EA8835}" dt="2025-04-09T12:46:45.868" v="663" actId="1076"/>
        <pc:sldMkLst>
          <pc:docMk/>
          <pc:sldMk cId="1352415507" sldId="266"/>
        </pc:sldMkLst>
        <pc:spChg chg="mod">
          <ac:chgData name="Glyny George" userId="5d032d244877e8ab" providerId="LiveId" clId="{12A4BA11-C453-48A9-BC6C-71E857EA8835}" dt="2025-04-09T11:35:05.501" v="284" actId="255"/>
          <ac:spMkLst>
            <pc:docMk/>
            <pc:sldMk cId="1352415507" sldId="266"/>
            <ac:spMk id="2" creationId="{F28EAE9B-31F1-C52D-40E6-93251B8DCA7C}"/>
          </ac:spMkLst>
        </pc:spChg>
        <pc:spChg chg="add del mod">
          <ac:chgData name="Glyny George" userId="5d032d244877e8ab" providerId="LiveId" clId="{12A4BA11-C453-48A9-BC6C-71E857EA8835}" dt="2025-04-09T12:46:41.080" v="662" actId="1076"/>
          <ac:spMkLst>
            <pc:docMk/>
            <pc:sldMk cId="1352415507" sldId="266"/>
            <ac:spMk id="3" creationId="{AF8B5001-88E6-39B5-60B9-EBDC24B80E92}"/>
          </ac:spMkLst>
        </pc:spChg>
        <pc:picChg chg="add mod">
          <ac:chgData name="Glyny George" userId="5d032d244877e8ab" providerId="LiveId" clId="{12A4BA11-C453-48A9-BC6C-71E857EA8835}" dt="2025-04-09T12:46:45.868" v="663" actId="1076"/>
          <ac:picMkLst>
            <pc:docMk/>
            <pc:sldMk cId="1352415507" sldId="266"/>
            <ac:picMk id="14" creationId="{5ED1809A-F4E8-8422-94DC-4957AEA3F713}"/>
          </ac:picMkLst>
        </pc:picChg>
      </pc:sldChg>
      <pc:sldChg chg="addSp delSp modSp mod">
        <pc:chgData name="Glyny George" userId="5d032d244877e8ab" providerId="LiveId" clId="{12A4BA11-C453-48A9-BC6C-71E857EA8835}" dt="2025-04-09T12:47:00.418" v="664" actId="1076"/>
        <pc:sldMkLst>
          <pc:docMk/>
          <pc:sldMk cId="1719690609" sldId="267"/>
        </pc:sldMkLst>
        <pc:spChg chg="mod">
          <ac:chgData name="Glyny George" userId="5d032d244877e8ab" providerId="LiveId" clId="{12A4BA11-C453-48A9-BC6C-71E857EA8835}" dt="2025-04-09T11:33:58.294" v="280" actId="255"/>
          <ac:spMkLst>
            <pc:docMk/>
            <pc:sldMk cId="1719690609" sldId="267"/>
            <ac:spMk id="2" creationId="{0D9F10F5-6599-6323-2D1D-7FE103462565}"/>
          </ac:spMkLst>
        </pc:spChg>
        <pc:spChg chg="mod">
          <ac:chgData name="Glyny George" userId="5d032d244877e8ab" providerId="LiveId" clId="{12A4BA11-C453-48A9-BC6C-71E857EA8835}" dt="2025-04-09T12:05:59.816" v="445" actId="113"/>
          <ac:spMkLst>
            <pc:docMk/>
            <pc:sldMk cId="1719690609" sldId="267"/>
            <ac:spMk id="3" creationId="{41B509E7-C9A3-1C1E-790A-00C577DE51EB}"/>
          </ac:spMkLst>
        </pc:spChg>
        <pc:picChg chg="add mod">
          <ac:chgData name="Glyny George" userId="5d032d244877e8ab" providerId="LiveId" clId="{12A4BA11-C453-48A9-BC6C-71E857EA8835}" dt="2025-04-09T12:47:00.418" v="664" actId="1076"/>
          <ac:picMkLst>
            <pc:docMk/>
            <pc:sldMk cId="1719690609" sldId="267"/>
            <ac:picMk id="7" creationId="{5981B1A9-F86A-35AF-DF02-C240A5323A0B}"/>
          </ac:picMkLst>
        </pc:picChg>
      </pc:sldChg>
      <pc:sldChg chg="addSp delSp modSp mod">
        <pc:chgData name="Glyny George" userId="5d032d244877e8ab" providerId="LiveId" clId="{12A4BA11-C453-48A9-BC6C-71E857EA8835}" dt="2025-04-09T12:47:13.235" v="665" actId="1076"/>
        <pc:sldMkLst>
          <pc:docMk/>
          <pc:sldMk cId="224603086" sldId="268"/>
        </pc:sldMkLst>
        <pc:spChg chg="mod">
          <ac:chgData name="Glyny George" userId="5d032d244877e8ab" providerId="LiveId" clId="{12A4BA11-C453-48A9-BC6C-71E857EA8835}" dt="2025-04-09T11:35:19.552" v="285" actId="255"/>
          <ac:spMkLst>
            <pc:docMk/>
            <pc:sldMk cId="224603086" sldId="268"/>
            <ac:spMk id="2" creationId="{A650B62E-C24D-5D2F-180D-BAC869842CB0}"/>
          </ac:spMkLst>
        </pc:spChg>
        <pc:spChg chg="mod">
          <ac:chgData name="Glyny George" userId="5d032d244877e8ab" providerId="LiveId" clId="{12A4BA11-C453-48A9-BC6C-71E857EA8835}" dt="2025-04-09T12:41:09.303" v="629" actId="5793"/>
          <ac:spMkLst>
            <pc:docMk/>
            <pc:sldMk cId="224603086" sldId="268"/>
            <ac:spMk id="3" creationId="{3FC01770-B291-0443-E236-768356D96BC3}"/>
          </ac:spMkLst>
        </pc:spChg>
        <pc:picChg chg="add mod">
          <ac:chgData name="Glyny George" userId="5d032d244877e8ab" providerId="LiveId" clId="{12A4BA11-C453-48A9-BC6C-71E857EA8835}" dt="2025-04-09T12:47:13.235" v="665" actId="1076"/>
          <ac:picMkLst>
            <pc:docMk/>
            <pc:sldMk cId="224603086" sldId="268"/>
            <ac:picMk id="7" creationId="{97A9A9CC-8DDF-67E2-6C5C-73BEEAAD08D0}"/>
          </ac:picMkLst>
        </pc:picChg>
      </pc:sldChg>
      <pc:sldChg chg="addSp delSp modSp mod">
        <pc:chgData name="Glyny George" userId="5d032d244877e8ab" providerId="LiveId" clId="{12A4BA11-C453-48A9-BC6C-71E857EA8835}" dt="2025-04-10T09:58:24.679" v="910" actId="478"/>
        <pc:sldMkLst>
          <pc:docMk/>
          <pc:sldMk cId="2928138973" sldId="269"/>
        </pc:sldMkLst>
        <pc:spChg chg="mod">
          <ac:chgData name="Glyny George" userId="5d032d244877e8ab" providerId="LiveId" clId="{12A4BA11-C453-48A9-BC6C-71E857EA8835}" dt="2025-04-09T11:35:30.095" v="286" actId="255"/>
          <ac:spMkLst>
            <pc:docMk/>
            <pc:sldMk cId="2928138973" sldId="269"/>
            <ac:spMk id="2" creationId="{47130DE0-4533-14CC-3691-B6D9B4BFD24D}"/>
          </ac:spMkLst>
        </pc:spChg>
        <pc:spChg chg="mod">
          <ac:chgData name="Glyny George" userId="5d032d244877e8ab" providerId="LiveId" clId="{12A4BA11-C453-48A9-BC6C-71E857EA8835}" dt="2025-04-09T12:41:17.740" v="631" actId="5793"/>
          <ac:spMkLst>
            <pc:docMk/>
            <pc:sldMk cId="2928138973" sldId="269"/>
            <ac:spMk id="3" creationId="{E13854DD-3BF6-B0CA-578F-2D6F0391026D}"/>
          </ac:spMkLst>
        </pc:spChg>
        <pc:picChg chg="add mod">
          <ac:chgData name="Glyny George" userId="5d032d244877e8ab" providerId="LiveId" clId="{12A4BA11-C453-48A9-BC6C-71E857EA8835}" dt="2025-04-09T12:47:28.016" v="667" actId="1076"/>
          <ac:picMkLst>
            <pc:docMk/>
            <pc:sldMk cId="2928138973" sldId="269"/>
            <ac:picMk id="5" creationId="{0A618A92-71C8-8553-E654-5F6D15AF34C9}"/>
          </ac:picMkLst>
        </pc:picChg>
      </pc:sldChg>
      <pc:sldChg chg="addSp delSp modSp mod">
        <pc:chgData name="Glyny George" userId="5d032d244877e8ab" providerId="LiveId" clId="{12A4BA11-C453-48A9-BC6C-71E857EA8835}" dt="2025-04-09T12:47:38.467" v="668" actId="1076"/>
        <pc:sldMkLst>
          <pc:docMk/>
          <pc:sldMk cId="2147873003" sldId="270"/>
        </pc:sldMkLst>
        <pc:spChg chg="mod">
          <ac:chgData name="Glyny George" userId="5d032d244877e8ab" providerId="LiveId" clId="{12A4BA11-C453-48A9-BC6C-71E857EA8835}" dt="2025-04-09T11:35:36.705" v="287" actId="255"/>
          <ac:spMkLst>
            <pc:docMk/>
            <pc:sldMk cId="2147873003" sldId="270"/>
            <ac:spMk id="2" creationId="{00362A80-6232-148D-2F01-3B3DC1316E85}"/>
          </ac:spMkLst>
        </pc:spChg>
        <pc:spChg chg="mod">
          <ac:chgData name="Glyny George" userId="5d032d244877e8ab" providerId="LiveId" clId="{12A4BA11-C453-48A9-BC6C-71E857EA8835}" dt="2025-04-09T12:41:29.619" v="633" actId="5793"/>
          <ac:spMkLst>
            <pc:docMk/>
            <pc:sldMk cId="2147873003" sldId="270"/>
            <ac:spMk id="3" creationId="{F32B35C2-A90D-F74B-E921-709CBFCF62C8}"/>
          </ac:spMkLst>
        </pc:spChg>
        <pc:picChg chg="add mod">
          <ac:chgData name="Glyny George" userId="5d032d244877e8ab" providerId="LiveId" clId="{12A4BA11-C453-48A9-BC6C-71E857EA8835}" dt="2025-04-09T12:47:38.467" v="668" actId="1076"/>
          <ac:picMkLst>
            <pc:docMk/>
            <pc:sldMk cId="2147873003" sldId="270"/>
            <ac:picMk id="7" creationId="{284C3474-6B51-F248-F85B-DD9BEE058B8C}"/>
          </ac:picMkLst>
        </pc:picChg>
      </pc:sldChg>
      <pc:sldChg chg="addSp modSp new mod">
        <pc:chgData name="Glyny George" userId="5d032d244877e8ab" providerId="LiveId" clId="{12A4BA11-C453-48A9-BC6C-71E857EA8835}" dt="2025-04-09T12:41:51.129" v="634" actId="1076"/>
        <pc:sldMkLst>
          <pc:docMk/>
          <pc:sldMk cId="2582124967" sldId="271"/>
        </pc:sldMkLst>
        <pc:spChg chg="mod">
          <ac:chgData name="Glyny George" userId="5d032d244877e8ab" providerId="LiveId" clId="{12A4BA11-C453-48A9-BC6C-71E857EA8835}" dt="2025-04-09T11:35:53.726" v="289" actId="255"/>
          <ac:spMkLst>
            <pc:docMk/>
            <pc:sldMk cId="2582124967" sldId="271"/>
            <ac:spMk id="2" creationId="{F07D8D60-F614-3D96-BA3F-D6720F022BA8}"/>
          </ac:spMkLst>
        </pc:spChg>
        <pc:spChg chg="mod">
          <ac:chgData name="Glyny George" userId="5d032d244877e8ab" providerId="LiveId" clId="{12A4BA11-C453-48A9-BC6C-71E857EA8835}" dt="2025-04-09T12:41:51.129" v="634" actId="1076"/>
          <ac:spMkLst>
            <pc:docMk/>
            <pc:sldMk cId="2582124967" sldId="271"/>
            <ac:spMk id="3" creationId="{9C4CB9D6-9AA3-1752-3849-B8D5CDF714A8}"/>
          </ac:spMkLst>
        </pc:spChg>
      </pc:sldChg>
      <pc:sldChg chg="addSp delSp modSp new mod">
        <pc:chgData name="Glyny George" userId="5d032d244877e8ab" providerId="LiveId" clId="{12A4BA11-C453-48A9-BC6C-71E857EA8835}" dt="2025-04-10T05:15:07.860" v="763" actId="255"/>
        <pc:sldMkLst>
          <pc:docMk/>
          <pc:sldMk cId="3629671566" sldId="272"/>
        </pc:sldMkLst>
        <pc:spChg chg="mod">
          <ac:chgData name="Glyny George" userId="5d032d244877e8ab" providerId="LiveId" clId="{12A4BA11-C453-48A9-BC6C-71E857EA8835}" dt="2025-04-10T05:15:07.860" v="763" actId="255"/>
          <ac:spMkLst>
            <pc:docMk/>
            <pc:sldMk cId="3629671566" sldId="272"/>
            <ac:spMk id="2" creationId="{2EFDD56F-0663-630E-D0A5-F13E947DFCDE}"/>
          </ac:spMkLst>
        </pc:spChg>
        <pc:picChg chg="add mod">
          <ac:chgData name="Glyny George" userId="5d032d244877e8ab" providerId="LiveId" clId="{12A4BA11-C453-48A9-BC6C-71E857EA8835}" dt="2025-04-10T05:07:35.312" v="720" actId="14100"/>
          <ac:picMkLst>
            <pc:docMk/>
            <pc:sldMk cId="3629671566" sldId="272"/>
            <ac:picMk id="5" creationId="{73A2E366-FC09-4B0B-3523-A140A4A78B0E}"/>
          </ac:picMkLst>
        </pc:picChg>
        <pc:picChg chg="add mod">
          <ac:chgData name="Glyny George" userId="5d032d244877e8ab" providerId="LiveId" clId="{12A4BA11-C453-48A9-BC6C-71E857EA8835}" dt="2025-04-10T05:07:50.887" v="722" actId="14100"/>
          <ac:picMkLst>
            <pc:docMk/>
            <pc:sldMk cId="3629671566" sldId="272"/>
            <ac:picMk id="7" creationId="{4F4427A0-1214-E594-1194-1419744C90A6}"/>
          </ac:picMkLst>
        </pc:picChg>
      </pc:sldChg>
      <pc:sldChg chg="addSp delSp modSp new mod">
        <pc:chgData name="Glyny George" userId="5d032d244877e8ab" providerId="LiveId" clId="{12A4BA11-C453-48A9-BC6C-71E857EA8835}" dt="2025-04-10T06:07:22.353" v="843" actId="14100"/>
        <pc:sldMkLst>
          <pc:docMk/>
          <pc:sldMk cId="1459324473" sldId="273"/>
        </pc:sldMkLst>
        <pc:spChg chg="mod">
          <ac:chgData name="Glyny George" userId="5d032d244877e8ab" providerId="LiveId" clId="{12A4BA11-C453-48A9-BC6C-71E857EA8835}" dt="2025-04-10T05:15:23.926" v="764" actId="255"/>
          <ac:spMkLst>
            <pc:docMk/>
            <pc:sldMk cId="1459324473" sldId="273"/>
            <ac:spMk id="2" creationId="{C1ED8C09-71F5-10DC-D097-E96D775200D9}"/>
          </ac:spMkLst>
        </pc:spChg>
        <pc:picChg chg="add mod">
          <ac:chgData name="Glyny George" userId="5d032d244877e8ab" providerId="LiveId" clId="{12A4BA11-C453-48A9-BC6C-71E857EA8835}" dt="2025-04-10T06:07:22.353" v="843" actId="14100"/>
          <ac:picMkLst>
            <pc:docMk/>
            <pc:sldMk cId="1459324473" sldId="273"/>
            <ac:picMk id="5" creationId="{7FAEA87A-7398-5208-8DCA-C27FF39B7047}"/>
          </ac:picMkLst>
        </pc:picChg>
      </pc:sldChg>
      <pc:sldChg chg="addSp delSp modSp new mod">
        <pc:chgData name="Glyny George" userId="5d032d244877e8ab" providerId="LiveId" clId="{12A4BA11-C453-48A9-BC6C-71E857EA8835}" dt="2025-04-10T05:57:04.164" v="837" actId="14100"/>
        <pc:sldMkLst>
          <pc:docMk/>
          <pc:sldMk cId="135205701" sldId="274"/>
        </pc:sldMkLst>
      </pc:sldChg>
      <pc:sldChg chg="new del">
        <pc:chgData name="Glyny George" userId="5d032d244877e8ab" providerId="LiveId" clId="{12A4BA11-C453-48A9-BC6C-71E857EA8835}" dt="2025-04-10T05:15:33.846" v="765" actId="47"/>
        <pc:sldMkLst>
          <pc:docMk/>
          <pc:sldMk cId="3492236225" sldId="274"/>
        </pc:sldMkLst>
      </pc:sldChg>
      <pc:sldChg chg="addSp delSp modSp new mod">
        <pc:chgData name="Glyny George" userId="5d032d244877e8ab" providerId="LiveId" clId="{12A4BA11-C453-48A9-BC6C-71E857EA8835}" dt="2025-04-10T05:55:10.914" v="830" actId="255"/>
        <pc:sldMkLst>
          <pc:docMk/>
          <pc:sldMk cId="832824049" sldId="275"/>
        </pc:sldMkLst>
      </pc:sldChg>
      <pc:sldChg chg="delSp modSp new mod">
        <pc:chgData name="Glyny George" userId="5d032d244877e8ab" providerId="LiveId" clId="{12A4BA11-C453-48A9-BC6C-71E857EA8835}" dt="2025-04-10T06:10:34.645" v="909" actId="255"/>
        <pc:sldMkLst>
          <pc:docMk/>
          <pc:sldMk cId="2128839151" sldId="276"/>
        </pc:sldMkLst>
        <pc:spChg chg="mod">
          <ac:chgData name="Glyny George" userId="5d032d244877e8ab" providerId="LiveId" clId="{12A4BA11-C453-48A9-BC6C-71E857EA8835}" dt="2025-04-10T06:10:34.645" v="909" actId="255"/>
          <ac:spMkLst>
            <pc:docMk/>
            <pc:sldMk cId="2128839151" sldId="276"/>
            <ac:spMk id="2" creationId="{BBA65C2A-32BF-0E00-528A-21492938F41E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0F2BC9-4F35-4BCB-BEFA-8B0845E13D04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86A39F-6B8F-479D-84F5-93B2E480657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6045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6A39F-6B8F-479D-84F5-93B2E480657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54053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1. Recruitment and Staffing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Posting job ads, sourcing candidates, conducting interviews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Hiring the right talent to fit company needs</a:t>
            </a:r>
          </a:p>
          <a:p>
            <a:pPr>
              <a:buNone/>
            </a:pPr>
            <a:r>
              <a:rPr lang="en-US" b="1" dirty="0"/>
              <a:t>2. Onboarding and Training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Helping new employees get settled and learn company processes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Offering skill development and career growth opportunities</a:t>
            </a:r>
          </a:p>
          <a:p>
            <a:pPr>
              <a:buNone/>
            </a:pPr>
            <a:r>
              <a:rPr lang="en-US" b="1" dirty="0"/>
              <a:t>3. Payroll and Compensation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Ensuring employees are paid accurately and on time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Handling bonuses, raises, and benefits</a:t>
            </a:r>
          </a:p>
          <a:p>
            <a:pPr>
              <a:buNone/>
            </a:pPr>
            <a:r>
              <a:rPr lang="en-US" b="1" dirty="0"/>
              <a:t>4. Performance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Monitoring and evaluating employee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Managing appraisals, promotions, and disciplinary actions</a:t>
            </a:r>
          </a:p>
          <a:p>
            <a:pPr>
              <a:buNone/>
            </a:pPr>
            <a:r>
              <a:rPr lang="en-US" b="1" dirty="0"/>
              <a:t>5. Employee Relations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Handling workplace conflicts or grievances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Promoting a positive work environment and company culture</a:t>
            </a:r>
          </a:p>
          <a:p>
            <a:pPr>
              <a:buNone/>
            </a:pPr>
            <a:r>
              <a:rPr lang="en-US" b="1" dirty="0"/>
              <a:t>6. Compliance and Legal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Making sure HR policies align with labor laws and regulations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Preventing legal issues related to employment</a:t>
            </a:r>
          </a:p>
          <a:p>
            <a:pPr>
              <a:buNone/>
            </a:pPr>
            <a:r>
              <a:rPr lang="en-US" b="1" dirty="0"/>
              <a:t>7. HR Technology &amp;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Using HR software (like SAP, Workday, or Oracle) to manage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Analyzing workforce trends to support strategic decisions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6A39F-6B8F-479D-84F5-93B2E480657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339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. Recruitment Analytics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data analysts do:</a:t>
            </a:r>
            <a:r>
              <a:rPr lang="en-US" dirty="0"/>
              <a:t> Analyze sourcing channels, time-to-hire, cost-per-hire, and candidate conversion rates.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Why it matters:</a:t>
            </a:r>
            <a:r>
              <a:rPr lang="en-US" dirty="0"/>
              <a:t> Helps HR find which hiring platforms work best, reduce hiring costs, and speed up the process.</a:t>
            </a:r>
          </a:p>
          <a:p>
            <a:pPr>
              <a:buNone/>
            </a:pPr>
            <a:r>
              <a:rPr lang="en-US" b="1" dirty="0"/>
              <a:t>📊 2. Employee Retention &amp; Turnover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data analysts do:</a:t>
            </a:r>
            <a:r>
              <a:rPr lang="en-US" dirty="0"/>
              <a:t> Track employee exit trends, predict turnover risk, and identify common reasons people leave.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Why it matters:</a:t>
            </a:r>
            <a:r>
              <a:rPr lang="en-US" dirty="0"/>
              <a:t> Lets HR take proactive steps (like engagement programs or better benefits) to retain top talent.</a:t>
            </a:r>
          </a:p>
          <a:p>
            <a:pPr>
              <a:buNone/>
            </a:pPr>
            <a:r>
              <a:rPr lang="en-US" b="1" dirty="0"/>
              <a:t>🌱 3. Learning &amp; Development Effectiveness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data analysts do:</a:t>
            </a:r>
            <a:r>
              <a:rPr lang="en-US" dirty="0"/>
              <a:t> Evaluate which training programs improve performance or skills.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Why it matters:</a:t>
            </a:r>
            <a:r>
              <a:rPr lang="en-US" dirty="0"/>
              <a:t> Helps HR invest in the right learning paths and measure ROI on training.</a:t>
            </a:r>
          </a:p>
          <a:p>
            <a:pPr>
              <a:buNone/>
            </a:pPr>
            <a:r>
              <a:rPr lang="en-US" b="1" dirty="0"/>
              <a:t>🚀 4. Performance Management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data analysts do:</a:t>
            </a:r>
            <a:r>
              <a:rPr lang="en-US" dirty="0"/>
              <a:t> Analyze KPIs, feedback scores, and review patterns to spot top performers or performance gaps.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Why it matters:</a:t>
            </a:r>
            <a:r>
              <a:rPr lang="en-US" dirty="0"/>
              <a:t> Supports fair appraisals, promotions, and targeted coaching.</a:t>
            </a:r>
          </a:p>
          <a:p>
            <a:pPr>
              <a:buNone/>
            </a:pPr>
            <a:r>
              <a:rPr lang="en-US" b="1" dirty="0"/>
              <a:t>🧠 5. Workforce Planning &amp; Forecasting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data analysts do:</a:t>
            </a:r>
            <a:r>
              <a:rPr lang="en-US" dirty="0"/>
              <a:t> Use trends and predictive models to estimate future hiring needs, skill shortages, or workforce costs.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Why it matters:</a:t>
            </a:r>
            <a:r>
              <a:rPr lang="en-US" dirty="0"/>
              <a:t> Enables HR to plan hiring and talent development in advance.</a:t>
            </a:r>
          </a:p>
          <a:p>
            <a:pPr>
              <a:buNone/>
            </a:pPr>
            <a:r>
              <a:rPr lang="en-US" b="1" dirty="0"/>
              <a:t>❤️ 6. Employee Engagement &amp;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data analysts do:</a:t>
            </a:r>
            <a:r>
              <a:rPr lang="en-US" dirty="0"/>
              <a:t> Analyze survey results, pulse checks, and sentiment analysis (sometimes from open-ended feedback or even emails).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Why it matters:</a:t>
            </a:r>
            <a:r>
              <a:rPr lang="en-US" dirty="0"/>
              <a:t> Helps HR understand morale and build a healthier work culture.</a:t>
            </a:r>
          </a:p>
          <a:p>
            <a:pPr>
              <a:buNone/>
            </a:pPr>
            <a:r>
              <a:rPr lang="en-US" b="1" dirty="0"/>
              <a:t>🧾 7. Diversity, Equity &amp; Inclusion (DEI)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What data analysts do:</a:t>
            </a:r>
            <a:r>
              <a:rPr lang="en-US" dirty="0"/>
              <a:t> Track representation, pay equity, promotion rates across different demographics.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Why it matters:</a:t>
            </a:r>
            <a:r>
              <a:rPr lang="en-US" dirty="0"/>
              <a:t> Supports transparent and inclusive HR practices.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6A39F-6B8F-479D-84F5-93B2E480657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591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6A39F-6B8F-479D-84F5-93B2E480657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1306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Attrition rates </a:t>
            </a:r>
            <a:r>
              <a:rPr lang="en-US" b="1" dirty="0"/>
              <a:t>hover around 50%</a:t>
            </a:r>
            <a:r>
              <a:rPr lang="en-US" dirty="0"/>
              <a:t> for all income brackets.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highest attrition rate</a:t>
            </a:r>
            <a:r>
              <a:rPr lang="en-US" dirty="0"/>
              <a:t> is in the </a:t>
            </a:r>
            <a:r>
              <a:rPr lang="en-US" b="1" dirty="0"/>
              <a:t>"Above 50K"</a:t>
            </a:r>
            <a:r>
              <a:rPr lang="en-US" dirty="0"/>
              <a:t> category at </a:t>
            </a:r>
            <a:r>
              <a:rPr lang="en-US" b="1" dirty="0"/>
              <a:t>51.26%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lowest attrition rate</a:t>
            </a:r>
            <a:r>
              <a:rPr lang="en-US" dirty="0"/>
              <a:t> is in the </a:t>
            </a:r>
            <a:r>
              <a:rPr lang="en-US" b="1" dirty="0"/>
              <a:t>30K–40K</a:t>
            </a:r>
            <a:r>
              <a:rPr lang="en-US" dirty="0"/>
              <a:t> range at </a:t>
            </a:r>
            <a:r>
              <a:rPr lang="en-US" b="1" dirty="0"/>
              <a:t>49.81%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Interestingly, there is </a:t>
            </a:r>
            <a:r>
              <a:rPr lang="en-US" b="1" dirty="0"/>
              <a:t>no strong correlation</a:t>
            </a:r>
            <a:r>
              <a:rPr lang="en-US" dirty="0"/>
              <a:t> between income and attrition; it appears relatively consistent across the board with very minor variation (less than 2%).</a:t>
            </a:r>
          </a:p>
          <a:p>
            <a:pPr>
              <a:buNone/>
            </a:pPr>
            <a:r>
              <a:rPr lang="en-US" b="1" dirty="0"/>
              <a:t>Interpretation: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Higher salaries do not necessarily guarantee lower attrition</a:t>
            </a:r>
            <a:r>
              <a:rPr lang="en-US" dirty="0"/>
              <a:t> in this context.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Other factors beyond income—such as work environment, job satisfaction, career growth, and company culture—might play a more significant role in influencing attrition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6A39F-6B8F-479D-84F5-93B2E480657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9686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This bar chart shows the average Work-Life Balance scores for different job roles. Here's a quick summary of what it tells us: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Top Work-Life Balance Scores (2.51)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Research Scientist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Developer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Healthcare Representative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Human Resources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Lowest Work-Life Balance Score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Sales Executive (2.47)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Others in the Middle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Manufacturing Director, Sales Representative, and Manager all scored 2.50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Research Director and Laboratory Technician scored slightly lower at 2.49</a:t>
            </a:r>
          </a:p>
          <a:p>
            <a:pPr>
              <a:buNone/>
            </a:pPr>
            <a:r>
              <a:rPr lang="en-US" dirty="0"/>
              <a:t>The differences are relatively minor, but Sales Executives appear to have the least favorable work-life balance among the listed roles.</a:t>
            </a:r>
          </a:p>
          <a:p>
            <a:pPr>
              <a:buNone/>
            </a:pPr>
            <a:r>
              <a:rPr lang="en-US" dirty="0"/>
              <a:t>Would you like help interpreting what this might mean for employee satisfaction or how to improve work-life balance in specific roles?</a:t>
            </a:r>
          </a:p>
          <a:p>
            <a:pPr>
              <a:buNone/>
            </a:pPr>
            <a:r>
              <a:rPr lang="en-US" dirty="0"/>
              <a:t>4o</a:t>
            </a:r>
          </a:p>
          <a:p>
            <a:pPr>
              <a:buNone/>
            </a:pPr>
            <a:r>
              <a:rPr lang="en-US" b="1" dirty="0"/>
              <a:t>You said:</a:t>
            </a:r>
          </a:p>
          <a:p>
            <a:pPr>
              <a:buNone/>
            </a:pPr>
            <a:r>
              <a:rPr lang="en-US" dirty="0"/>
              <a:t>yes</a:t>
            </a:r>
          </a:p>
          <a:p>
            <a:pPr>
              <a:buNone/>
            </a:pPr>
            <a:r>
              <a:rPr lang="en-US" b="1" dirty="0"/>
              <a:t>ChatGPT said:</a:t>
            </a:r>
          </a:p>
          <a:p>
            <a:pPr>
              <a:buNone/>
            </a:pPr>
            <a:r>
              <a:rPr lang="en-US" dirty="0"/>
              <a:t>Great! Let's break this down a bit and talk about what these scores might imply and how they could guide improvement strategies.</a:t>
            </a:r>
          </a:p>
          <a:p>
            <a:pPr>
              <a:buNone/>
            </a:pPr>
            <a:r>
              <a:rPr lang="en-US" b="1" dirty="0"/>
              <a:t>🔍 Interpretation of the Data</a:t>
            </a:r>
          </a:p>
          <a:p>
            <a:pPr>
              <a:buNone/>
            </a:pPr>
            <a:r>
              <a:rPr lang="en-US" dirty="0"/>
              <a:t>The Work-Life Balance scores are pretty close together, ranging from </a:t>
            </a:r>
            <a:r>
              <a:rPr lang="en-US" b="1" dirty="0"/>
              <a:t>2.47 to 2.51</a:t>
            </a:r>
            <a:r>
              <a:rPr lang="en-US" dirty="0"/>
              <a:t>, which suggests: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Most employees feel similarly about their work-life balance regardless of role.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However, </a:t>
            </a:r>
            <a:r>
              <a:rPr lang="en-US" b="1" dirty="0"/>
              <a:t>even small differences</a:t>
            </a:r>
            <a:r>
              <a:rPr lang="en-US" dirty="0"/>
              <a:t> can be meaningful when looked at across large teams or over time.</a:t>
            </a:r>
          </a:p>
          <a:p>
            <a:pPr>
              <a:buNone/>
            </a:pPr>
            <a:r>
              <a:rPr lang="en-US" dirty="0"/>
              <a:t>The </a:t>
            </a:r>
            <a:r>
              <a:rPr lang="en-US" b="1" dirty="0"/>
              <a:t>lowest score</a:t>
            </a:r>
            <a:r>
              <a:rPr lang="en-US" dirty="0"/>
              <a:t> is for </a:t>
            </a:r>
            <a:r>
              <a:rPr lang="en-US" b="1" dirty="0"/>
              <a:t>Sales Executives (2.47)</a:t>
            </a:r>
            <a:r>
              <a:rPr lang="en-US" dirty="0"/>
              <a:t>, while </a:t>
            </a:r>
            <a:r>
              <a:rPr lang="en-US" b="1" dirty="0"/>
              <a:t>Research Scientists, Developers, Healthcare Reps, and HR roles</a:t>
            </a:r>
            <a:r>
              <a:rPr lang="en-US" dirty="0"/>
              <a:t> all top the chart at </a:t>
            </a:r>
            <a:r>
              <a:rPr lang="en-US" b="1" dirty="0"/>
              <a:t>2.51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📉 What Might Be Affecting Sales Executives?</a:t>
            </a:r>
          </a:p>
          <a:p>
            <a:pPr>
              <a:buNone/>
            </a:pPr>
            <a:r>
              <a:rPr lang="en-US" dirty="0"/>
              <a:t>Sales roles often: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Involve irregular hours and frequent travel or client meetings.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Carry high-pressure targets or commission-based pay structures.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Require constant availability for clients, even outside normal hours.</a:t>
            </a:r>
          </a:p>
          <a:p>
            <a:pPr>
              <a:buNone/>
            </a:pPr>
            <a:r>
              <a:rPr lang="en-US" dirty="0"/>
              <a:t>These factors can easily erode work-life balance.</a:t>
            </a:r>
          </a:p>
          <a:p>
            <a:pPr>
              <a:buNone/>
            </a:pPr>
            <a:r>
              <a:rPr lang="en-US" b="1" dirty="0"/>
              <a:t>💡 Improvement Strategies by Role</a:t>
            </a:r>
          </a:p>
          <a:p>
            <a:pPr>
              <a:buNone/>
            </a:pPr>
            <a:r>
              <a:rPr lang="en-US" dirty="0"/>
              <a:t>Here are some targeted ideas based on role-specific needs:</a:t>
            </a:r>
          </a:p>
          <a:p>
            <a:pPr>
              <a:buNone/>
            </a:pPr>
            <a:r>
              <a:rPr lang="en-US" b="1" dirty="0"/>
              <a:t>🔹 Sales Executive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Implement clearer boundaries for after-hours communication.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tech to automate parts of the sales process (CRM systems, scheduling tools).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Rotate high-pressure accounts to avoid burnout.</a:t>
            </a:r>
          </a:p>
          <a:p>
            <a:pPr>
              <a:buNone/>
            </a:pPr>
            <a:r>
              <a:rPr lang="en-US" b="1" dirty="0"/>
              <a:t>🔹 Laboratory Technicians &amp; Research Directors (2.49)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Encourage shift flexibility or job rotation to reduce monotony.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Provide wellness or mindfulness programs (these roles can be detail-intensive).</a:t>
            </a:r>
          </a:p>
          <a:p>
            <a:pPr>
              <a:buNone/>
            </a:pPr>
            <a:r>
              <a:rPr lang="en-US" b="1" dirty="0"/>
              <a:t>🔹 Manager Roles (2.50)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Offer delegation training and team management support.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Consider workload reviews to prevent over-responsibility creep.</a:t>
            </a:r>
          </a:p>
          <a:p>
            <a:pPr>
              <a:buNone/>
            </a:pPr>
            <a:r>
              <a:rPr lang="en-US" b="1" dirty="0"/>
              <a:t>🔹 All 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Promote use of PTO (Paid Time Off).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Normalize flexible scheduling or hybrid work if possible.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Collect regular feedback and adjust policies based on actual concerns.</a:t>
            </a:r>
          </a:p>
          <a:p>
            <a:pPr>
              <a:buNone/>
            </a:pPr>
            <a:r>
              <a:rPr lang="en-US" b="1" dirty="0"/>
              <a:t>📊 What You Could Do Next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Run a deeper survey</a:t>
            </a:r>
            <a:r>
              <a:rPr lang="en-US" dirty="0"/>
              <a:t>: Ask qualitative questions to understand </a:t>
            </a:r>
            <a:r>
              <a:rPr lang="en-US" i="1" dirty="0"/>
              <a:t>why</a:t>
            </a:r>
            <a:r>
              <a:rPr lang="en-US" dirty="0"/>
              <a:t> certain roles feel worse off.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Compare with turnover or engagement data</a:t>
            </a:r>
            <a:r>
              <a:rPr lang="en-US" dirty="0"/>
              <a:t>: Are roles with lower work-life balance scores also seeing higher attrition?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Set up a work-life initiative</a:t>
            </a:r>
            <a:r>
              <a:rPr lang="en-US" dirty="0"/>
              <a:t>: Maybe pilot programs in roles with the lowest scores and track improvements.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6A39F-6B8F-479D-84F5-93B2E480657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41568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/>
              <a:t>Insight: Long-Term Loyalty Across Departments</a:t>
            </a:r>
          </a:p>
          <a:p>
            <a:pPr>
              <a:buNone/>
            </a:pPr>
            <a:r>
              <a:rPr lang="en-US" dirty="0"/>
              <a:t>This chart illustrates the </a:t>
            </a:r>
            <a:r>
              <a:rPr lang="en-US" b="1" dirty="0"/>
              <a:t>average working years</a:t>
            </a:r>
            <a:r>
              <a:rPr lang="en-US" dirty="0"/>
              <a:t> for employees across various departments. The data reveals a consistently high tenure, with all departments averaging around </a:t>
            </a:r>
            <a:r>
              <a:rPr lang="en-US" b="1" dirty="0"/>
              <a:t>20.5 years</a:t>
            </a:r>
            <a:r>
              <a:rPr lang="en-US" dirty="0"/>
              <a:t> of service. Notably: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Software</a:t>
            </a:r>
            <a:r>
              <a:rPr lang="en-US" dirty="0"/>
              <a:t> and </a:t>
            </a:r>
            <a:r>
              <a:rPr lang="en-US" b="1" dirty="0"/>
              <a:t>Sales</a:t>
            </a:r>
            <a:r>
              <a:rPr lang="en-US" dirty="0"/>
              <a:t> departments lead with the highest average at </a:t>
            </a:r>
            <a:r>
              <a:rPr lang="en-US" b="1" dirty="0"/>
              <a:t>20.6 years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Support</a:t>
            </a:r>
            <a:r>
              <a:rPr lang="en-US" dirty="0"/>
              <a:t>, </a:t>
            </a:r>
            <a:r>
              <a:rPr lang="en-US" b="1" dirty="0"/>
              <a:t>Hardware</a:t>
            </a:r>
            <a:r>
              <a:rPr lang="en-US" dirty="0"/>
              <a:t>, and </a:t>
            </a:r>
            <a:r>
              <a:rPr lang="en-US" b="1" dirty="0"/>
              <a:t>HR</a:t>
            </a:r>
            <a:r>
              <a:rPr lang="en-US" dirty="0"/>
              <a:t> closely follow at </a:t>
            </a:r>
            <a:r>
              <a:rPr lang="en-US" b="1" dirty="0"/>
              <a:t>20.5 years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</a:t>
            </a:r>
            <a:r>
              <a:rPr lang="en-US" b="1" dirty="0"/>
              <a:t>Research</a:t>
            </a:r>
            <a:r>
              <a:rPr lang="en-US" dirty="0"/>
              <a:t> department, though still high, shows a slightly lower average at </a:t>
            </a:r>
            <a:r>
              <a:rPr lang="en-US" b="1" dirty="0"/>
              <a:t>20.3 years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📈 Narrative &amp; Interpretation:</a:t>
            </a:r>
          </a:p>
          <a:p>
            <a:pPr>
              <a:buNone/>
            </a:pPr>
            <a:r>
              <a:rPr lang="en-US" dirty="0"/>
              <a:t>This suggests a strong organizational culture and employee retention across all units. The slightly lower tenure in Research might indicate: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 younger team,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Recent expansion,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 higher turnover due to project-based work.</a:t>
            </a:r>
          </a:p>
          <a:p>
            <a:pPr>
              <a:buNone/>
            </a:pPr>
            <a:r>
              <a:rPr lang="en-US" dirty="0"/>
              <a:t>Meanwhile, the high averages in Software and Sales could reflect: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Established teams,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Greater opportunities for growth or stability,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 effective leadership and job satisfaction in those areas.</a:t>
            </a:r>
          </a:p>
          <a:p>
            <a:pPr>
              <a:buNone/>
            </a:pPr>
            <a:r>
              <a:rPr lang="en-US" b="1" dirty="0"/>
              <a:t>🧠 Recommendation: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Conduct internal surveys or exit interviews to understand what keeps employees in certain departments longer.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Explore mentorship or knowledge transfer programs in departments with lower tenure to boost retention and continuity.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6A39F-6B8F-479D-84F5-93B2E480657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534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dirty="0"/>
              <a:t>This chart visualizes </a:t>
            </a:r>
            <a:r>
              <a:rPr lang="en-US" b="1" dirty="0"/>
              <a:t>Attrition Rate vs. Years Since Last Promotion</a:t>
            </a:r>
            <a:r>
              <a:rPr lang="en-US" dirty="0"/>
              <a:t> across different job roles. Here’s a breakdown of the two line graphs:</a:t>
            </a:r>
          </a:p>
          <a:p>
            <a:pPr>
              <a:buNone/>
            </a:pPr>
            <a:r>
              <a:rPr lang="en-US" b="1" dirty="0"/>
              <a:t>Top Line Graph (Attrition Rate - %)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shows the </a:t>
            </a:r>
            <a:r>
              <a:rPr lang="en-US" b="1" dirty="0"/>
              <a:t>percentage of attrition</a:t>
            </a:r>
            <a:r>
              <a:rPr lang="en-US" dirty="0"/>
              <a:t> for each job role.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numbers above the line (ranging around ~50%) represent the </a:t>
            </a:r>
            <a:r>
              <a:rPr lang="en-US" b="1" dirty="0"/>
              <a:t>attrition rate</a:t>
            </a:r>
            <a:r>
              <a:rPr lang="en-US" dirty="0"/>
              <a:t> for each role.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Developer</a:t>
            </a:r>
            <a:r>
              <a:rPr lang="en-US" dirty="0"/>
              <a:t>: ~50.37%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Research Scientist</a:t>
            </a:r>
            <a:r>
              <a:rPr lang="en-US" dirty="0"/>
              <a:t>: ~48.91% (the lowest)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Healthcare Representative</a:t>
            </a:r>
            <a:r>
              <a:rPr lang="en-US" dirty="0"/>
              <a:t>: ~50.57% (the highest)</a:t>
            </a:r>
          </a:p>
          <a:p>
            <a:pPr>
              <a:buNone/>
            </a:pPr>
            <a:r>
              <a:rPr lang="en-US" b="1" dirty="0"/>
              <a:t>Bottom Line Graph (Years Since Last Promotion)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This shows the </a:t>
            </a:r>
            <a:r>
              <a:rPr lang="en-US" b="1" dirty="0"/>
              <a:t>average number of years since the last promotion</a:t>
            </a:r>
            <a:r>
              <a:rPr lang="en-US" dirty="0"/>
              <a:t> for each role.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numbers below the line (ranging from 5.7 to 6.0) indicate how long it has been, on average, since the last promotion.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 example: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Manager</a:t>
            </a:r>
            <a:r>
              <a:rPr lang="en-US" dirty="0"/>
              <a:t>: 6.0 years (among the highest)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Healthcare Rep</a:t>
            </a:r>
            <a:r>
              <a:rPr lang="en-US" dirty="0"/>
              <a:t>: 5.8 years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b="1" dirty="0"/>
              <a:t>Sales Executive</a:t>
            </a:r>
            <a:r>
              <a:rPr lang="en-US" dirty="0"/>
              <a:t>: 5.8 years</a:t>
            </a:r>
          </a:p>
          <a:p>
            <a:pPr>
              <a:buNone/>
            </a:pPr>
            <a:r>
              <a:rPr lang="en-US" b="1" dirty="0"/>
              <a:t>Insights: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Even though some roles have a high average time since last promotion, their attrition rates vary.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Research Scientist</a:t>
            </a:r>
            <a:r>
              <a:rPr lang="en-US" dirty="0"/>
              <a:t> has the </a:t>
            </a:r>
            <a:r>
              <a:rPr lang="en-US" b="1" dirty="0"/>
              <a:t>lowest attrition rate (48.91%)</a:t>
            </a:r>
            <a:r>
              <a:rPr lang="en-US" dirty="0"/>
              <a:t>, despite being around 5.8 years since their last promotion.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Roles like </a:t>
            </a:r>
            <a:r>
              <a:rPr lang="en-US" b="1" dirty="0"/>
              <a:t>Sales Executive</a:t>
            </a:r>
            <a:r>
              <a:rPr lang="en-US" dirty="0"/>
              <a:t> and </a:t>
            </a:r>
            <a:r>
              <a:rPr lang="en-US" b="1" dirty="0"/>
              <a:t>Sales Representative</a:t>
            </a:r>
            <a:r>
              <a:rPr lang="en-US" dirty="0"/>
              <a:t> have </a:t>
            </a:r>
            <a:r>
              <a:rPr lang="en-US" b="1" dirty="0"/>
              <a:t>higher attrition rates</a:t>
            </a:r>
            <a:r>
              <a:rPr lang="en-US" dirty="0"/>
              <a:t> despite shorter time since promotion (around 5.8–6.0 years), suggesting other factors besides promotion frequency affect attrition.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86A39F-6B8F-479D-84F5-93B2E480657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81603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3345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6004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99170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1254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3456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7256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75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90133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67841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9306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45634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8762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454301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75056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6428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6000798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8470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3099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9D78092-A4AE-458B-A081-60A47BBBC92B}" type="datetimeFigureOut">
              <a:rPr lang="en-IN" smtClean="0"/>
              <a:t>11-04-2025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9BECAEC-8BEF-49DA-8F98-3D8482C7D61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024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153" r:id="rId1"/>
    <p:sldLayoutId id="2147484154" r:id="rId2"/>
    <p:sldLayoutId id="2147484155" r:id="rId3"/>
    <p:sldLayoutId id="2147484156" r:id="rId4"/>
    <p:sldLayoutId id="2147484157" r:id="rId5"/>
    <p:sldLayoutId id="2147484158" r:id="rId6"/>
    <p:sldLayoutId id="2147484159" r:id="rId7"/>
    <p:sldLayoutId id="2147484160" r:id="rId8"/>
    <p:sldLayoutId id="2147484161" r:id="rId9"/>
    <p:sldLayoutId id="2147484162" r:id="rId10"/>
    <p:sldLayoutId id="2147484163" r:id="rId11"/>
    <p:sldLayoutId id="2147484164" r:id="rId12"/>
    <p:sldLayoutId id="2147484165" r:id="rId13"/>
    <p:sldLayoutId id="2147484166" r:id="rId14"/>
    <p:sldLayoutId id="2147484167" r:id="rId15"/>
    <p:sldLayoutId id="2147484168" r:id="rId16"/>
    <p:sldLayoutId id="2147484169" r:id="rId17"/>
    <p:sldLayoutId id="2147484170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DC7E3-ACB2-6D7C-43DC-F4DC747B3B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30244" y="1553496"/>
            <a:ext cx="7511845" cy="2369575"/>
          </a:xfrm>
        </p:spPr>
        <p:txBody>
          <a:bodyPr>
            <a:normAutofit/>
          </a:bodyPr>
          <a:lstStyle/>
          <a:p>
            <a:pPr algn="ctr"/>
            <a:r>
              <a:rPr lang="en-IN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Analysis</a:t>
            </a:r>
            <a:br>
              <a:rPr lang="en-IN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Project on Employee Retention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5D20E0-7696-266C-55E6-0F00D5358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79280" y="3836547"/>
            <a:ext cx="2520990" cy="2369575"/>
          </a:xfrm>
        </p:spPr>
        <p:txBody>
          <a:bodyPr>
            <a:normAutofit fontScale="77500" lnSpcReduction="20000"/>
          </a:bodyPr>
          <a:lstStyle/>
          <a:p>
            <a:r>
              <a:rPr lang="en-IN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By:</a:t>
            </a:r>
          </a:p>
          <a:p>
            <a:pPr algn="l"/>
            <a:r>
              <a:rPr lang="en-I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	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Glyny George</a:t>
            </a:r>
          </a:p>
          <a:p>
            <a:pPr algn="l"/>
            <a:r>
              <a:rPr lang="en-IN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		Kusum Nayak</a:t>
            </a:r>
          </a:p>
          <a:p>
            <a:pPr algn="l"/>
            <a:r>
              <a:rPr lang="en-IN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Mohit </a:t>
            </a: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IN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alkar </a:t>
            </a:r>
          </a:p>
          <a:p>
            <a:pPr algn="l"/>
            <a:r>
              <a:rPr lang="en-IN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Pushpa Poojeri</a:t>
            </a:r>
          </a:p>
          <a:p>
            <a:pPr algn="l"/>
            <a:r>
              <a:rPr lang="en-IN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Shashanka T</a:t>
            </a:r>
          </a:p>
          <a:p>
            <a:pPr algn="l"/>
            <a:r>
              <a:rPr lang="en-IN" sz="1800" b="1" i="0" dirty="0"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		Shubham Shinde</a:t>
            </a:r>
            <a:endParaRPr lang="en-IN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584276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6441A-6799-0DAA-D7E4-A517B64E5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HR Domain?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701DDD-E83D-735A-B35A-29BA4DA9E6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550160"/>
            <a:ext cx="6954520" cy="796397"/>
          </a:xfrm>
        </p:spPr>
        <p:txBody>
          <a:bodyPr/>
          <a:lstStyle/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Area of business focused on managing people within an organization</a:t>
            </a:r>
          </a:p>
          <a:p>
            <a:pPr marL="285750" indent="-28575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Covers everything from hiring to retirement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20AFC7-7EBE-7980-5F0C-B37850ABA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5400" y="3610718"/>
            <a:ext cx="4404360" cy="2282084"/>
          </a:xfrm>
        </p:spPr>
        <p:txBody>
          <a:bodyPr/>
          <a:lstStyle/>
          <a:p>
            <a:pPr marL="0" indent="0">
              <a:buNone/>
            </a:pP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 Resource(HR) Domain generally covers:</a:t>
            </a:r>
          </a:p>
          <a:p>
            <a:pPr>
              <a:buClr>
                <a:schemeClr val="bg1"/>
              </a:buClr>
              <a:buSzPct val="75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Recruitment &amp; Hiring</a:t>
            </a:r>
          </a:p>
          <a:p>
            <a:pPr>
              <a:buClr>
                <a:schemeClr val="bg1"/>
              </a:buClr>
              <a:buSzPct val="75000"/>
              <a:buFont typeface="Wingdings" panose="05000000000000000000" pitchFamily="2" charset="2"/>
              <a:buChar char="Ø"/>
            </a:pPr>
            <a:r>
              <a:rPr lang="en-IN" sz="18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Perfomance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Management</a:t>
            </a:r>
          </a:p>
          <a:p>
            <a:pPr>
              <a:buClr>
                <a:schemeClr val="bg1"/>
              </a:buClr>
              <a:buSzPct val="75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Records &amp; Management</a:t>
            </a:r>
          </a:p>
          <a:p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35C078A-3782-B36F-A7AB-ACDA5CD056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824386" y="3693160"/>
            <a:ext cx="4985854" cy="2446867"/>
          </a:xfrm>
        </p:spPr>
        <p:txBody>
          <a:bodyPr/>
          <a:lstStyle/>
          <a:p>
            <a:pPr>
              <a:buClr>
                <a:schemeClr val="bg1"/>
              </a:buClr>
              <a:buSzPct val="75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Payroll and Compensation</a:t>
            </a:r>
          </a:p>
          <a:p>
            <a:pPr>
              <a:buClr>
                <a:schemeClr val="bg1"/>
              </a:buClr>
              <a:buSzPct val="75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and Development</a:t>
            </a:r>
          </a:p>
          <a:p>
            <a:pPr>
              <a:buClr>
                <a:schemeClr val="bg1"/>
              </a:buClr>
              <a:buSzPct val="75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Engagement and Satisfaction</a:t>
            </a:r>
          </a:p>
          <a:p>
            <a:pPr>
              <a:buClr>
                <a:schemeClr val="bg1"/>
              </a:buClr>
              <a:buSzPct val="75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Compliance and Policy</a:t>
            </a:r>
          </a:p>
        </p:txBody>
      </p:sp>
    </p:spTree>
    <p:extLst>
      <p:ext uri="{BB962C8B-B14F-4D97-AF65-F5344CB8AC3E}">
        <p14:creationId xmlns:p14="http://schemas.microsoft.com/office/powerpoint/2010/main" val="13986710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6C444-222E-0604-8CC1-7156FF67F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Role of Data Analyst in HR Domain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6A5196-0E33-0E0B-65F3-B4AC2F6A3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8813800" cy="684108"/>
          </a:xfrm>
        </p:spPr>
        <p:txBody>
          <a:bodyPr/>
          <a:lstStyle/>
          <a:p>
            <a:pPr>
              <a:buClr>
                <a:schemeClr val="bg1"/>
              </a:buClr>
              <a:buSzPct val="75000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analysts help turn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HR data into insights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making decisions more strategic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data-driven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6E0518-9FD3-3B9E-2CBB-9C8B5D8F3A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93026" y="3620348"/>
            <a:ext cx="5310974" cy="2341879"/>
          </a:xfrm>
        </p:spPr>
        <p:txBody>
          <a:bodyPr>
            <a:normAutofit fontScale="92500" lnSpcReduction="10000"/>
          </a:bodyPr>
          <a:lstStyle/>
          <a:p>
            <a:pPr marL="0" indent="0">
              <a:buClr>
                <a:schemeClr val="bg1"/>
              </a:buClr>
              <a:buSzPct val="75000"/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Here’s how HR teams use the capabilities of data analysts:</a:t>
            </a:r>
          </a:p>
          <a:p>
            <a:pPr>
              <a:buClr>
                <a:schemeClr val="bg1"/>
              </a:buClr>
              <a:buSzPct val="75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Recruitment Analytics</a:t>
            </a:r>
          </a:p>
          <a:p>
            <a:pPr>
              <a:buClr>
                <a:schemeClr val="bg1"/>
              </a:buClr>
              <a:buSzPct val="75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Retention &amp; Turnover</a:t>
            </a:r>
          </a:p>
          <a:p>
            <a:pPr>
              <a:buClr>
                <a:schemeClr val="bg1"/>
              </a:buClr>
              <a:buSzPct val="75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Learning &amp; Development Effectiveness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bg1"/>
              </a:buClr>
              <a:buSzPct val="75000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BA2B740-F49D-79A4-657A-D50063ED4AF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693064" y="3429000"/>
            <a:ext cx="4203534" cy="2094655"/>
          </a:xfrm>
        </p:spPr>
        <p:txBody>
          <a:bodyPr>
            <a:normAutofit fontScale="92500" lnSpcReduction="10000"/>
          </a:bodyPr>
          <a:lstStyle/>
          <a:p>
            <a:pPr marL="0" indent="0">
              <a:buClr>
                <a:schemeClr val="bg1"/>
              </a:buClr>
              <a:buSzPct val="75000"/>
              <a:buNone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Clr>
                <a:schemeClr val="bg1"/>
              </a:buClr>
              <a:buSzPct val="75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Management</a:t>
            </a:r>
          </a:p>
          <a:p>
            <a:pPr>
              <a:buClr>
                <a:schemeClr val="bg1"/>
              </a:buClr>
              <a:buSzPct val="75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Workforce Planning &amp; Forecasting</a:t>
            </a:r>
          </a:p>
          <a:p>
            <a:pPr>
              <a:buClr>
                <a:schemeClr val="bg1"/>
              </a:buClr>
              <a:buSzPct val="75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Employee Engagement &amp; Satisfaction</a:t>
            </a:r>
          </a:p>
          <a:p>
            <a:pPr>
              <a:buClr>
                <a:schemeClr val="bg1"/>
              </a:buClr>
              <a:buSzPct val="75000"/>
              <a:buFont typeface="Wingdings" panose="05000000000000000000" pitchFamily="2" charset="2"/>
              <a:buChar char="Ø"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Diversity, Equity &amp; Inclusion (DEI) Metrics</a:t>
            </a:r>
          </a:p>
        </p:txBody>
      </p:sp>
    </p:spTree>
    <p:extLst>
      <p:ext uri="{BB962C8B-B14F-4D97-AF65-F5344CB8AC3E}">
        <p14:creationId xmlns:p14="http://schemas.microsoft.com/office/powerpoint/2010/main" val="3642602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E90AD1-8F72-FD15-535E-C3DA53C231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D2028-1866-7D2B-3F19-0D7C71CE757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05280" y="2428241"/>
            <a:ext cx="9672320" cy="3251200"/>
          </a:xfrm>
        </p:spPr>
        <p:txBody>
          <a:bodyPr>
            <a:normAutofit lnSpcReduction="10000"/>
          </a:bodyPr>
          <a:lstStyle/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Methodology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Findings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KPI’s Measured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Dashboards and Visualization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query images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Takeaways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  <a:p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460339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B9151-245A-C8D5-79B6-A1AA184530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071AA1-4702-06B1-8DC6-E8C1129A4A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54480" y="3037840"/>
            <a:ext cx="7526921" cy="2529840"/>
          </a:xfrm>
        </p:spPr>
        <p:txBody>
          <a:bodyPr/>
          <a:lstStyle/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 key performance indicators (KPIs) related to employee retention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data-driven insights to understand attrition trends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Leverage visualization tools for reporting and decision-making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data by comparing database records with dashboards to ensure accuracy.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65995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CA7A3B-BD70-BC98-8EF2-A349B69BA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 and Methodology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BD468B-9862-366E-3E07-B10EF149BD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3041227"/>
            <a:ext cx="7511846" cy="2255520"/>
          </a:xfrm>
        </p:spPr>
        <p:txBody>
          <a:bodyPr>
            <a:normAutofit/>
          </a:bodyPr>
          <a:lstStyle/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Initial data cleaning and transformation</a:t>
            </a:r>
          </a:p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Data extraction from HR databases</a:t>
            </a:r>
          </a:p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BI &amp; Tableau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Visualization and dashboarding</a:t>
            </a:r>
          </a:p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KPI Framework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Standardized retention metrics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4012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4F686-AC51-E72C-9486-A79C911DFE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KPI’s Measured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4FBBA-D1DB-968C-EAD0-235F5FF539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3839" y="2550160"/>
            <a:ext cx="9764387" cy="324104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Attrition rate for all Departments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Hourly rate of Male Research Scientist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Attrition rate Vs Monthly income stats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working years for each Department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Role Vs Work life balance</a:t>
            </a:r>
          </a:p>
          <a:p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Attrition rate Vs Year since last promotion relation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060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6A6E4-15F3-FCD7-5444-531FA06C8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2" y="1828800"/>
            <a:ext cx="9601196" cy="292608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Insights and Findings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8B82FE-476F-0446-42A1-2491C63DD0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5840" y="2519680"/>
            <a:ext cx="9890758" cy="3271520"/>
          </a:xfrm>
        </p:spPr>
        <p:txBody>
          <a:bodyPr/>
          <a:lstStyle/>
          <a:p>
            <a:pPr>
              <a:buNone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Overall Metrics: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Total Employees: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50000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Attrition Count: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25105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Attrition Rate: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50.21%</a:t>
            </a:r>
            <a:endParaRPr lang="en-US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Active Employees: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24895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Age: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0468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4BA54-5BCC-0943-CA85-613C76CEC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Attrition by Department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24DDA1-FD05-E99B-9503-C88CEA634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903" y="2489200"/>
            <a:ext cx="5388078" cy="34298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Attrition in: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Development (51.21%)</a:t>
            </a:r>
          </a:p>
          <a:p>
            <a:pPr>
              <a:buClrTx/>
              <a:buFont typeface="Arial" panose="020B0604020202020204" pitchFamily="34" charset="0"/>
              <a:buChar char="•"/>
            </a:pPr>
            <a:r>
              <a:rPr lang="en-IN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(50.54%)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 attrition in: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(49.44%)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  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Although differences are marginal, R&amp;D and software may require deeper  investigation for potential burnout, project pressure, or skill mismatch.</a:t>
            </a:r>
            <a:endParaRPr lang="en-US" sz="18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3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b="1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3333F3-C505-2D1E-64E7-7CAEC972F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1921" y="2621018"/>
            <a:ext cx="4424678" cy="31498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706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EAE9B-31F1-C52D-40E6-93251B8DCA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Hourly Rate of Male Research Scientist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8B5001-88E6-39B5-60B9-EBDC24B80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802706"/>
            <a:ext cx="4702274" cy="2654196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$114.4/hour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One of the highest-paying roles 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may require review, if compensation is a motivator for retention or attrition.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ED1809A-F4E8-8422-94DC-4957AEA3F7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6672" y="2712720"/>
            <a:ext cx="4203568" cy="2654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24155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F10F5-6599-6323-2D1D-7FE103462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Attrition Rate vs Monthly Income</a:t>
            </a:r>
            <a:endParaRPr lang="en-IN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509E7-C9A3-1C1E-790A-00C577DE5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0375" y="2643852"/>
            <a:ext cx="5181599" cy="3528348"/>
          </a:xfrm>
        </p:spPr>
        <p:txBody>
          <a:bodyPr>
            <a:normAutofit/>
          </a:bodyPr>
          <a:lstStyle/>
          <a:p>
            <a:pPr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 income group (0K-10K) has a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50.25% 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attrition rate</a:t>
            </a:r>
          </a:p>
          <a:p>
            <a:pPr>
              <a:buClr>
                <a:schemeClr val="bg1"/>
              </a:buClr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income group (Above 50K) has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51.26%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 attrition rate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Income doesn’t directly correlate with retention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possibly high expectations or poaching at higher income levels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981B1A9-F86A-35AF-DF02-C240A5323A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5380" y="2643852"/>
            <a:ext cx="4483508" cy="317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6906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0B62E-C24D-5D2F-180D-BAC86984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Job Role vs Work-Life Balance</a:t>
            </a:r>
            <a:endParaRPr lang="en-IN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C01770-B291-0443-E236-768356D96B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9" y="2672079"/>
            <a:ext cx="5026151" cy="290576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roles have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Work-Life Balance scores around 2.50–2.51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Lowest WLB: 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Sales Executive (2.47)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Laboratory Technician (2.49)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 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Roles with lower WLB may experience hidden dissatisfaction contributing to attrition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7A9A9CC-8DDF-67E2-6C5C-73BEEAAD08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6457" y="2580641"/>
            <a:ext cx="4710141" cy="3421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603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30DE0-4533-14CC-3691-B6D9B4BFD2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Average Working Years per Department</a:t>
            </a:r>
            <a:endParaRPr lang="en-IN" sz="4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3854DD-3BF6-B0CA-578F-2D6F039102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9" y="2722880"/>
            <a:ext cx="5026152" cy="31923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Range is tight: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20.0 – 20.6 years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Longest tenure: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&amp; Sales (20.6 years)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Shortest: 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&amp; Development (20.0 years)</a:t>
            </a:r>
          </a:p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slightly lower tenure in Research might indicate </a:t>
            </a:r>
            <a:r>
              <a:rPr lang="en-IN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younger team.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career growth.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618A92-71C8-8553-E654-5F6D15AF34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0103" y="2550160"/>
            <a:ext cx="4566495" cy="319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138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62A80-6232-148D-2F01-3B3DC1316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dirty="0">
                <a:solidFill>
                  <a:schemeClr val="bg1"/>
                </a:solidFill>
              </a:rPr>
              <a:t>Attrition Rate vs Years Since Last Promotion</a:t>
            </a:r>
            <a:endParaRPr lang="en-IN" sz="4400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2B35C2-A90D-F74B-E921-709CBFCF62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2570480"/>
            <a:ext cx="5483351" cy="36017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Top Line Graph (Attrition Rate):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Lowest: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Scientist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(48.91%)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Highest: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Healthcare Representative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(50.57%)</a:t>
            </a:r>
          </a:p>
          <a:p>
            <a:pPr marL="0" indent="0">
              <a:buClr>
                <a:schemeClr val="bg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Bottom Line Graph (Years Since Last Promotion)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Shows the average number of years since the last promotion for each role.</a:t>
            </a:r>
          </a:p>
          <a:p>
            <a:pPr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Highest: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Manager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(6.0 years)</a:t>
            </a:r>
          </a:p>
          <a:p>
            <a:pPr marL="0" indent="0">
              <a:buClr>
                <a:schemeClr val="bg1"/>
              </a:buClr>
              <a:buNone/>
            </a:pP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Insight: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Even though some roles have a high average time since last promotion, their attrition rates vary.</a:t>
            </a:r>
            <a:endParaRPr lang="en-IN" sz="1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84C3474-6B51-F248-F85B-DD9BEE058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8799" y="2570480"/>
            <a:ext cx="4213351" cy="318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78730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97C59D-EB24-187E-AF3C-3919314E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005840"/>
            <a:ext cx="10058400" cy="704973"/>
          </a:xfrm>
        </p:spPr>
        <p:txBody>
          <a:bodyPr>
            <a:normAutofit fontScale="90000"/>
          </a:bodyPr>
          <a:lstStyle/>
          <a:p>
            <a:r>
              <a:rPr lang="en-IN" sz="49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</a:t>
            </a:r>
            <a:br>
              <a:rPr lang="en-IN" b="1" dirty="0"/>
            </a:br>
            <a:endParaRPr lang="en-IN" dirty="0"/>
          </a:p>
        </p:txBody>
      </p:sp>
      <p:pic>
        <p:nvPicPr>
          <p:cNvPr id="13" name="Content Placeholder 12">
            <a:extLst>
              <a:ext uri="{FF2B5EF4-FFF2-40B4-BE49-F238E27FC236}">
                <a16:creationId xmlns:a16="http://schemas.microsoft.com/office/drawing/2014/main" id="{3CF53974-2626-0654-CCC6-0EF38F220B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440" y="1710813"/>
            <a:ext cx="9570719" cy="4424516"/>
          </a:xfrm>
        </p:spPr>
      </p:pic>
    </p:spTree>
    <p:extLst>
      <p:ext uri="{BB962C8B-B14F-4D97-AF65-F5344CB8AC3E}">
        <p14:creationId xmlns:p14="http://schemas.microsoft.com/office/powerpoint/2010/main" val="38589910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DD56F-0663-630E-D0A5-F13E947DF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2029" y="328347"/>
            <a:ext cx="10058400" cy="911550"/>
          </a:xfrm>
        </p:spPr>
        <p:txBody>
          <a:bodyPr>
            <a:normAutofit/>
          </a:bodyPr>
          <a:lstStyle/>
          <a:p>
            <a:r>
              <a:rPr lang="en-IN" sz="4400" dirty="0"/>
              <a:t>SQL QUERY IMAGEs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A2E366-FC09-4B0B-3523-A140A4A78B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029" y="1838960"/>
            <a:ext cx="4953213" cy="382851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4427A0-1214-E594-1194-1419744C90A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5243" y="1838960"/>
            <a:ext cx="5443318" cy="372282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E22C2BB-DF83-D9EB-0E0D-B9B36306CFF7}"/>
              </a:ext>
            </a:extLst>
          </p:cNvPr>
          <p:cNvSpPr txBox="1"/>
          <p:nvPr/>
        </p:nvSpPr>
        <p:spPr>
          <a:xfrm>
            <a:off x="4267200" y="770430"/>
            <a:ext cx="384579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Screenshot</a:t>
            </a:r>
          </a:p>
        </p:txBody>
      </p:sp>
    </p:spTree>
    <p:extLst>
      <p:ext uri="{BB962C8B-B14F-4D97-AF65-F5344CB8AC3E}">
        <p14:creationId xmlns:p14="http://schemas.microsoft.com/office/powerpoint/2010/main" val="36296715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ED8C09-71F5-10DC-D097-E96D77520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1033272"/>
            <a:ext cx="10058400" cy="921381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SQL Screenshot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dirty="0"/>
              <a:t>Images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FAEA87A-7398-5208-8DCA-C27FF39B70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0880" y="2519680"/>
            <a:ext cx="5008880" cy="3413760"/>
          </a:xfrm>
        </p:spPr>
      </p:pic>
    </p:spTree>
    <p:extLst>
      <p:ext uri="{BB962C8B-B14F-4D97-AF65-F5344CB8AC3E}">
        <p14:creationId xmlns:p14="http://schemas.microsoft.com/office/powerpoint/2010/main" val="1459324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D8D60-F614-3D96-BA3F-D6720F022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Overall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4CB9D6-9AA3-1752-3849-B8D5CDF714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2926080"/>
            <a:ext cx="9247239" cy="2692400"/>
          </a:xfrm>
        </p:spPr>
        <p:txBody>
          <a:bodyPr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company has a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very high attrition rate (~50%)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– that’s 1 in 2 employees are leaving.</a:t>
            </a:r>
          </a:p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R&amp;D and Software departments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are top areas for attrition concerns.</a:t>
            </a:r>
          </a:p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Work-Life Balance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Income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don’t show strong correlations with attrition directly.</a:t>
            </a:r>
          </a:p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Salary and promotions 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significantly influence attrition rates.</a:t>
            </a:r>
          </a:p>
          <a:p>
            <a:pPr marL="0" indent="0"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1249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41F76A-2817-EBD1-BD1E-DA7D00AEA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F12BE-114D-B8FA-2895-80AC2341EC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5448" y="2928374"/>
            <a:ext cx="7680862" cy="3087329"/>
          </a:xfrm>
        </p:spPr>
        <p:txBody>
          <a:bodyPr/>
          <a:lstStyle/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Introduce career development programs 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long-tenured employees</a:t>
            </a:r>
          </a:p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 internal transfers 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a retention strategy</a:t>
            </a:r>
          </a:p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Increase salaries 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employees at risk of leaving</a:t>
            </a:r>
          </a:p>
          <a:p>
            <a:r>
              <a:rPr lang="en-US" sz="1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Enhance work life balance policies </a:t>
            </a:r>
            <a:r>
              <a:rPr lang="en-US" sz="1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(flexible hours, remote work, wellness programs)</a:t>
            </a:r>
          </a:p>
          <a:p>
            <a:pPr marL="0" indent="0">
              <a:buNone/>
            </a:pPr>
            <a:endParaRPr lang="en-IN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4961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65C2A-32BF-0E00-528A-21492938F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7360" y="1503680"/>
            <a:ext cx="8419363" cy="3098800"/>
          </a:xfrm>
        </p:spPr>
        <p:txBody>
          <a:bodyPr>
            <a:normAutofit/>
          </a:bodyPr>
          <a:lstStyle/>
          <a:p>
            <a:pPr algn="ctr"/>
            <a:r>
              <a:rPr lang="en-IN" sz="5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288391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2653</TotalTime>
  <Words>2190</Words>
  <Application>Microsoft Office PowerPoint</Application>
  <PresentationFormat>Widescreen</PresentationFormat>
  <Paragraphs>262</Paragraphs>
  <Slides>20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Garamond</vt:lpstr>
      <vt:lpstr>Times New Roman</vt:lpstr>
      <vt:lpstr>Wingdings</vt:lpstr>
      <vt:lpstr>Organic</vt:lpstr>
      <vt:lpstr>HR Analysis A Project on Employee Retention </vt:lpstr>
      <vt:lpstr>What is HR Domain?</vt:lpstr>
      <vt:lpstr>Role of Data Analyst in HR Domain</vt:lpstr>
      <vt:lpstr>Contents</vt:lpstr>
      <vt:lpstr>Project Objective</vt:lpstr>
      <vt:lpstr>Tools and Methodology</vt:lpstr>
      <vt:lpstr>Key KPI’s Measured</vt:lpstr>
      <vt:lpstr>Insights and Findings </vt:lpstr>
      <vt:lpstr>Attrition by Department</vt:lpstr>
      <vt:lpstr>Average Hourly Rate of Male Research Scientist</vt:lpstr>
      <vt:lpstr>Attrition Rate vs Monthly Income</vt:lpstr>
      <vt:lpstr>Job Role vs Work-Life Balance</vt:lpstr>
      <vt:lpstr>Average Working Years per Department</vt:lpstr>
      <vt:lpstr>Attrition Rate vs Years Since Last Promotion</vt:lpstr>
      <vt:lpstr>Tableau Dashboard </vt:lpstr>
      <vt:lpstr>SQL QUERY IMAGEs</vt:lpstr>
      <vt:lpstr>SSQL Screenshot Images</vt:lpstr>
      <vt:lpstr>Overall Takeaways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Glyny George</dc:creator>
  <cp:lastModifiedBy>Glyny George</cp:lastModifiedBy>
  <cp:revision>1</cp:revision>
  <dcterms:created xsi:type="dcterms:W3CDTF">2025-04-09T04:15:32Z</dcterms:created>
  <dcterms:modified xsi:type="dcterms:W3CDTF">2025-04-12T01:35:35Z</dcterms:modified>
</cp:coreProperties>
</file>